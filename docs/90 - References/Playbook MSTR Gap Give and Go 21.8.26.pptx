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3.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comment4.xml" ContentType="application/vnd.openxmlformats-officedocument.presentationml.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8" r:id="rId2"/>
    <p:sldId id="259" r:id="rId3"/>
    <p:sldId id="260" r:id="rId4"/>
    <p:sldId id="261" r:id="rId5"/>
    <p:sldId id="263" r:id="rId6"/>
    <p:sldId id="264" r:id="rId7"/>
    <p:sldId id="265" r:id="rId8"/>
    <p:sldId id="266" r:id="rId9"/>
    <p:sldId id="267" r:id="rId10"/>
    <p:sldId id="273" r:id="rId11"/>
    <p:sldId id="272" r:id="rId12"/>
    <p:sldId id="269" r:id="rId13"/>
    <p:sldId id="270" r:id="rId14"/>
  </p:sldIdLst>
  <p:sldSz cx="18288000" cy="10287000"/>
  <p:notesSz cx="6858000" cy="9144000"/>
  <p:embeddedFontLst>
    <p:embeddedFont>
      <p:font typeface="Lato" panose="020F0502020204030203" pitchFamily="34" charset="0"/>
      <p:regular r:id="rId16"/>
      <p:bold r:id="rId17"/>
      <p:italic r:id="rId18"/>
      <p:boldItalic r:id="rId19"/>
    </p:embeddedFont>
    <p:embeddedFont>
      <p:font typeface="Lato Black" panose="020F0502020204030203" pitchFamily="34" charset="0"/>
      <p:bold r:id="rId20"/>
      <p:boldItalic r:id="rId21"/>
    </p:embeddedFont>
    <p:embeddedFont>
      <p:font typeface="Raleway Thin" pitchFamily="2" charset="0"/>
      <p:regular r:id="rId22"/>
      <p: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h9zGfEY7u44dxbs+7KVVb1/OAr+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urt Von"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C691F6-7188-4452-A924-712827A6BCC0}" v="8" dt="2026-08-21T20:42:27.336"/>
  </p1510:revLst>
</p1510:revInfo>
</file>

<file path=ppt/tableStyles.xml><?xml version="1.0" encoding="utf-8"?>
<a:tblStyleLst xmlns:a="http://schemas.openxmlformats.org/drawingml/2006/main" def="{05EA276F-283F-4CCB-9D43-341742746831}">
  <a:tblStyle styleId="{05EA276F-283F-4CCB-9D43-34174274683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26" autoAdjust="0"/>
  </p:normalViewPr>
  <p:slideViewPr>
    <p:cSldViewPr snapToGrid="0">
      <p:cViewPr varScale="1">
        <p:scale>
          <a:sx n="70" d="100"/>
          <a:sy n="70" d="100"/>
        </p:scale>
        <p:origin x="81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9"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6.fntdata"/><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33" Type="http://customschemas.google.com/relationships/presentationmetadata" Target="meta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van Bandur" userId="2d706841ac574cb9" providerId="LiveId" clId="{FF361DDC-9C37-48E5-8C46-8BBAD1F422B6}"/>
    <pc:docChg chg="custSel modSld">
      <pc:chgData name="Ivan Bandur" userId="2d706841ac574cb9" providerId="LiveId" clId="{FF361DDC-9C37-48E5-8C46-8BBAD1F422B6}" dt="2026-08-21T20:43:20.575" v="226" actId="1076"/>
      <pc:docMkLst>
        <pc:docMk/>
      </pc:docMkLst>
      <pc:sldChg chg="addSp modSp mod">
        <pc:chgData name="Ivan Bandur" userId="2d706841ac574cb9" providerId="LiveId" clId="{FF361DDC-9C37-48E5-8C46-8BBAD1F422B6}" dt="2026-08-21T20:32:20.274" v="162" actId="27614"/>
        <pc:sldMkLst>
          <pc:docMk/>
          <pc:sldMk cId="0" sldId="259"/>
        </pc:sldMkLst>
        <pc:picChg chg="add mod">
          <ac:chgData name="Ivan Bandur" userId="2d706841ac574cb9" providerId="LiveId" clId="{FF361DDC-9C37-48E5-8C46-8BBAD1F422B6}" dt="2026-08-21T20:32:20.274" v="162" actId="27614"/>
          <ac:picMkLst>
            <pc:docMk/>
            <pc:sldMk cId="0" sldId="259"/>
            <ac:picMk id="10" creationId="{26D94926-0D30-9639-7D2A-282960DBD791}"/>
          </ac:picMkLst>
        </pc:picChg>
      </pc:sldChg>
      <pc:sldChg chg="modSp mod">
        <pc:chgData name="Ivan Bandur" userId="2d706841ac574cb9" providerId="LiveId" clId="{FF361DDC-9C37-48E5-8C46-8BBAD1F422B6}" dt="2026-08-21T20:42:27.336" v="221"/>
        <pc:sldMkLst>
          <pc:docMk/>
          <pc:sldMk cId="0" sldId="260"/>
        </pc:sldMkLst>
        <pc:spChg chg="mod">
          <ac:chgData name="Ivan Bandur" userId="2d706841ac574cb9" providerId="LiveId" clId="{FF361DDC-9C37-48E5-8C46-8BBAD1F422B6}" dt="2026-08-21T20:42:27.336" v="221"/>
          <ac:spMkLst>
            <pc:docMk/>
            <pc:sldMk cId="0" sldId="260"/>
            <ac:spMk id="144" creationId="{00000000-0000-0000-0000-000000000000}"/>
          </ac:spMkLst>
        </pc:spChg>
      </pc:sldChg>
      <pc:sldChg chg="addSp delSp modSp mod">
        <pc:chgData name="Ivan Bandur" userId="2d706841ac574cb9" providerId="LiveId" clId="{FF361DDC-9C37-48E5-8C46-8BBAD1F422B6}" dt="2026-08-21T20:43:20.575" v="226" actId="1076"/>
        <pc:sldMkLst>
          <pc:docMk/>
          <pc:sldMk cId="0" sldId="261"/>
        </pc:sldMkLst>
        <pc:spChg chg="mod">
          <ac:chgData name="Ivan Bandur" userId="2d706841ac574cb9" providerId="LiveId" clId="{FF361DDC-9C37-48E5-8C46-8BBAD1F422B6}" dt="2026-08-21T20:43:17.435" v="225" actId="14100"/>
          <ac:spMkLst>
            <pc:docMk/>
            <pc:sldMk cId="0" sldId="261"/>
            <ac:spMk id="158" creationId="{00000000-0000-0000-0000-000000000000}"/>
          </ac:spMkLst>
        </pc:spChg>
        <pc:picChg chg="add del mod">
          <ac:chgData name="Ivan Bandur" userId="2d706841ac574cb9" providerId="LiveId" clId="{FF361DDC-9C37-48E5-8C46-8BBAD1F422B6}" dt="2026-08-21T20:32:57.189" v="170" actId="21"/>
          <ac:picMkLst>
            <pc:docMk/>
            <pc:sldMk cId="0" sldId="261"/>
            <ac:picMk id="3" creationId="{570445D7-C0B5-EC91-CDD9-4BC63B8CA75F}"/>
          </ac:picMkLst>
        </pc:picChg>
        <pc:picChg chg="del">
          <ac:chgData name="Ivan Bandur" userId="2d706841ac574cb9" providerId="LiveId" clId="{FF361DDC-9C37-48E5-8C46-8BBAD1F422B6}" dt="2026-08-21T20:16:21.373" v="13" actId="21"/>
          <ac:picMkLst>
            <pc:docMk/>
            <pc:sldMk cId="0" sldId="261"/>
            <ac:picMk id="4" creationId="{3F36A1D6-B59A-82EC-4706-4408B2EDDE18}"/>
          </ac:picMkLst>
        </pc:picChg>
        <pc:picChg chg="add mod">
          <ac:chgData name="Ivan Bandur" userId="2d706841ac574cb9" providerId="LiveId" clId="{FF361DDC-9C37-48E5-8C46-8BBAD1F422B6}" dt="2026-08-21T20:43:20.575" v="226" actId="1076"/>
          <ac:picMkLst>
            <pc:docMk/>
            <pc:sldMk cId="0" sldId="261"/>
            <ac:picMk id="6" creationId="{81EE4D10-7285-EB5F-5865-7F7B9C15A323}"/>
          </ac:picMkLst>
        </pc:picChg>
      </pc:sldChg>
      <pc:sldChg chg="modSp mod">
        <pc:chgData name="Ivan Bandur" userId="2d706841ac574cb9" providerId="LiveId" clId="{FF361DDC-9C37-48E5-8C46-8BBAD1F422B6}" dt="2026-08-21T20:23:34.588" v="55" actId="20577"/>
        <pc:sldMkLst>
          <pc:docMk/>
          <pc:sldMk cId="0" sldId="263"/>
        </pc:sldMkLst>
        <pc:spChg chg="mod">
          <ac:chgData name="Ivan Bandur" userId="2d706841ac574cb9" providerId="LiveId" clId="{FF361DDC-9C37-48E5-8C46-8BBAD1F422B6}" dt="2026-08-21T20:19:26.477" v="25" actId="108"/>
          <ac:spMkLst>
            <pc:docMk/>
            <pc:sldMk cId="0" sldId="263"/>
            <ac:spMk id="173" creationId="{00000000-0000-0000-0000-000000000000}"/>
          </ac:spMkLst>
        </pc:spChg>
        <pc:spChg chg="mod">
          <ac:chgData name="Ivan Bandur" userId="2d706841ac574cb9" providerId="LiveId" clId="{FF361DDC-9C37-48E5-8C46-8BBAD1F422B6}" dt="2026-08-21T20:22:13.324" v="32" actId="20577"/>
          <ac:spMkLst>
            <pc:docMk/>
            <pc:sldMk cId="0" sldId="263"/>
            <ac:spMk id="176" creationId="{00000000-0000-0000-0000-000000000000}"/>
          </ac:spMkLst>
        </pc:spChg>
        <pc:spChg chg="mod">
          <ac:chgData name="Ivan Bandur" userId="2d706841ac574cb9" providerId="LiveId" clId="{FF361DDC-9C37-48E5-8C46-8BBAD1F422B6}" dt="2026-08-21T20:20:01.547" v="29" actId="108"/>
          <ac:spMkLst>
            <pc:docMk/>
            <pc:sldMk cId="0" sldId="263"/>
            <ac:spMk id="180" creationId="{00000000-0000-0000-0000-000000000000}"/>
          </ac:spMkLst>
        </pc:spChg>
        <pc:spChg chg="mod">
          <ac:chgData name="Ivan Bandur" userId="2d706841ac574cb9" providerId="LiveId" clId="{FF361DDC-9C37-48E5-8C46-8BBAD1F422B6}" dt="2026-08-21T20:22:35.289" v="36" actId="20577"/>
          <ac:spMkLst>
            <pc:docMk/>
            <pc:sldMk cId="0" sldId="263"/>
            <ac:spMk id="184" creationId="{00000000-0000-0000-0000-000000000000}"/>
          </ac:spMkLst>
        </pc:spChg>
        <pc:spChg chg="mod">
          <ac:chgData name="Ivan Bandur" userId="2d706841ac574cb9" providerId="LiveId" clId="{FF361DDC-9C37-48E5-8C46-8BBAD1F422B6}" dt="2026-08-21T20:22:29.442" v="34" actId="20577"/>
          <ac:spMkLst>
            <pc:docMk/>
            <pc:sldMk cId="0" sldId="263"/>
            <ac:spMk id="188" creationId="{00000000-0000-0000-0000-000000000000}"/>
          </ac:spMkLst>
        </pc:spChg>
        <pc:spChg chg="mod">
          <ac:chgData name="Ivan Bandur" userId="2d706841ac574cb9" providerId="LiveId" clId="{FF361DDC-9C37-48E5-8C46-8BBAD1F422B6}" dt="2026-08-21T20:23:00.539" v="41" actId="20577"/>
          <ac:spMkLst>
            <pc:docMk/>
            <pc:sldMk cId="0" sldId="263"/>
            <ac:spMk id="192" creationId="{00000000-0000-0000-0000-000000000000}"/>
          </ac:spMkLst>
        </pc:spChg>
        <pc:spChg chg="mod">
          <ac:chgData name="Ivan Bandur" userId="2d706841ac574cb9" providerId="LiveId" clId="{FF361DDC-9C37-48E5-8C46-8BBAD1F422B6}" dt="2026-08-21T20:22:52.185" v="39" actId="20577"/>
          <ac:spMkLst>
            <pc:docMk/>
            <pc:sldMk cId="0" sldId="263"/>
            <ac:spMk id="196" creationId="{00000000-0000-0000-0000-000000000000}"/>
          </ac:spMkLst>
        </pc:spChg>
        <pc:spChg chg="mod">
          <ac:chgData name="Ivan Bandur" userId="2d706841ac574cb9" providerId="LiveId" clId="{FF361DDC-9C37-48E5-8C46-8BBAD1F422B6}" dt="2026-08-21T20:23:12.751" v="45" actId="20577"/>
          <ac:spMkLst>
            <pc:docMk/>
            <pc:sldMk cId="0" sldId="263"/>
            <ac:spMk id="200" creationId="{00000000-0000-0000-0000-000000000000}"/>
          </ac:spMkLst>
        </pc:spChg>
        <pc:spChg chg="mod">
          <ac:chgData name="Ivan Bandur" userId="2d706841ac574cb9" providerId="LiveId" clId="{FF361DDC-9C37-48E5-8C46-8BBAD1F422B6}" dt="2026-08-21T20:23:05.890" v="43" actId="20577"/>
          <ac:spMkLst>
            <pc:docMk/>
            <pc:sldMk cId="0" sldId="263"/>
            <ac:spMk id="204" creationId="{00000000-0000-0000-0000-000000000000}"/>
          </ac:spMkLst>
        </pc:spChg>
        <pc:spChg chg="mod">
          <ac:chgData name="Ivan Bandur" userId="2d706841ac574cb9" providerId="LiveId" clId="{FF361DDC-9C37-48E5-8C46-8BBAD1F422B6}" dt="2026-08-21T20:23:34.588" v="55" actId="20577"/>
          <ac:spMkLst>
            <pc:docMk/>
            <pc:sldMk cId="0" sldId="263"/>
            <ac:spMk id="208" creationId="{00000000-0000-0000-0000-000000000000}"/>
          </ac:spMkLst>
        </pc:spChg>
        <pc:spChg chg="mod">
          <ac:chgData name="Ivan Bandur" userId="2d706841ac574cb9" providerId="LiveId" clId="{FF361DDC-9C37-48E5-8C46-8BBAD1F422B6}" dt="2026-08-21T20:23:26.021" v="50" actId="20577"/>
          <ac:spMkLst>
            <pc:docMk/>
            <pc:sldMk cId="0" sldId="263"/>
            <ac:spMk id="212" creationId="{00000000-0000-0000-0000-000000000000}"/>
          </ac:spMkLst>
        </pc:spChg>
        <pc:grpChg chg="mod">
          <ac:chgData name="Ivan Bandur" userId="2d706841ac574cb9" providerId="LiveId" clId="{FF361DDC-9C37-48E5-8C46-8BBAD1F422B6}" dt="2026-08-21T20:19:55.927" v="28" actId="1076"/>
          <ac:grpSpMkLst>
            <pc:docMk/>
            <pc:sldMk cId="0" sldId="263"/>
            <ac:grpSpMk id="178" creationId="{00000000-0000-0000-0000-000000000000}"/>
          </ac:grpSpMkLst>
        </pc:grpChg>
        <pc:grpChg chg="mod">
          <ac:chgData name="Ivan Bandur" userId="2d706841ac574cb9" providerId="LiveId" clId="{FF361DDC-9C37-48E5-8C46-8BBAD1F422B6}" dt="2026-08-21T20:22:49.514" v="37" actId="1076"/>
          <ac:grpSpMkLst>
            <pc:docMk/>
            <pc:sldMk cId="0" sldId="263"/>
            <ac:grpSpMk id="194" creationId="{00000000-0000-0000-0000-000000000000}"/>
          </ac:grpSpMkLst>
        </pc:grpChg>
      </pc:sldChg>
      <pc:sldChg chg="addSp delSp modSp mod">
        <pc:chgData name="Ivan Bandur" userId="2d706841ac574cb9" providerId="LiveId" clId="{FF361DDC-9C37-48E5-8C46-8BBAD1F422B6}" dt="2026-08-21T20:36:27.911" v="187" actId="14100"/>
        <pc:sldMkLst>
          <pc:docMk/>
          <pc:sldMk cId="0" sldId="264"/>
        </pc:sldMkLst>
        <pc:picChg chg="del">
          <ac:chgData name="Ivan Bandur" userId="2d706841ac574cb9" providerId="LiveId" clId="{FF361DDC-9C37-48E5-8C46-8BBAD1F422B6}" dt="2026-08-21T20:16:55.926" v="14" actId="21"/>
          <ac:picMkLst>
            <pc:docMk/>
            <pc:sldMk cId="0" sldId="264"/>
            <ac:picMk id="3" creationId="{184E44A1-2502-17CF-214F-E44AC2BD04FF}"/>
          </ac:picMkLst>
        </pc:picChg>
        <pc:picChg chg="add mod">
          <ac:chgData name="Ivan Bandur" userId="2d706841ac574cb9" providerId="LiveId" clId="{FF361DDC-9C37-48E5-8C46-8BBAD1F422B6}" dt="2026-08-21T20:36:27.911" v="187" actId="14100"/>
          <ac:picMkLst>
            <pc:docMk/>
            <pc:sldMk cId="0" sldId="264"/>
            <ac:picMk id="4" creationId="{6504B33E-4910-6918-916D-5ABA7F66BDCB}"/>
          </ac:picMkLst>
        </pc:picChg>
      </pc:sldChg>
      <pc:sldChg chg="addSp delSp modSp mod">
        <pc:chgData name="Ivan Bandur" userId="2d706841ac574cb9" providerId="LiveId" clId="{FF361DDC-9C37-48E5-8C46-8BBAD1F422B6}" dt="2026-08-21T20:38:40.421" v="194" actId="27614"/>
        <pc:sldMkLst>
          <pc:docMk/>
          <pc:sldMk cId="0" sldId="265"/>
        </pc:sldMkLst>
        <pc:picChg chg="del">
          <ac:chgData name="Ivan Bandur" userId="2d706841ac574cb9" providerId="LiveId" clId="{FF361DDC-9C37-48E5-8C46-8BBAD1F422B6}" dt="2026-08-21T20:16:58.175" v="15" actId="21"/>
          <ac:picMkLst>
            <pc:docMk/>
            <pc:sldMk cId="0" sldId="265"/>
            <ac:picMk id="3" creationId="{6EA0AC32-366D-D69B-A59D-683B218E6166}"/>
          </ac:picMkLst>
        </pc:picChg>
        <pc:picChg chg="add mod">
          <ac:chgData name="Ivan Bandur" userId="2d706841ac574cb9" providerId="LiveId" clId="{FF361DDC-9C37-48E5-8C46-8BBAD1F422B6}" dt="2026-08-21T20:38:40.421" v="194" actId="27614"/>
          <ac:picMkLst>
            <pc:docMk/>
            <pc:sldMk cId="0" sldId="265"/>
            <ac:picMk id="3" creationId="{C36A46C3-B240-F086-695D-909A5B193822}"/>
          </ac:picMkLst>
        </pc:picChg>
      </pc:sldChg>
      <pc:sldChg chg="modSp mod">
        <pc:chgData name="Ivan Bandur" userId="2d706841ac574cb9" providerId="LiveId" clId="{FF361DDC-9C37-48E5-8C46-8BBAD1F422B6}" dt="2026-08-21T20:29:28.476" v="59" actId="108"/>
        <pc:sldMkLst>
          <pc:docMk/>
          <pc:sldMk cId="0" sldId="266"/>
        </pc:sldMkLst>
        <pc:spChg chg="mod">
          <ac:chgData name="Ivan Bandur" userId="2d706841ac574cb9" providerId="LiveId" clId="{FF361DDC-9C37-48E5-8C46-8BBAD1F422B6}" dt="2026-08-21T20:29:28.476" v="59" actId="108"/>
          <ac:spMkLst>
            <pc:docMk/>
            <pc:sldMk cId="0" sldId="266"/>
            <ac:spMk id="234" creationId="{00000000-0000-0000-0000-000000000000}"/>
          </ac:spMkLst>
        </pc:spChg>
      </pc:sldChg>
      <pc:sldChg chg="addSp delSp modSp mod">
        <pc:chgData name="Ivan Bandur" userId="2d706841ac574cb9" providerId="LiveId" clId="{FF361DDC-9C37-48E5-8C46-8BBAD1F422B6}" dt="2026-08-21T20:39:30.686" v="210" actId="14100"/>
        <pc:sldMkLst>
          <pc:docMk/>
          <pc:sldMk cId="0" sldId="267"/>
        </pc:sldMkLst>
        <pc:picChg chg="add del mod">
          <ac:chgData name="Ivan Bandur" userId="2d706841ac574cb9" providerId="LiveId" clId="{FF361DDC-9C37-48E5-8C46-8BBAD1F422B6}" dt="2026-08-21T20:38:57.479" v="199" actId="21"/>
          <ac:picMkLst>
            <pc:docMk/>
            <pc:sldMk cId="0" sldId="267"/>
            <ac:picMk id="3" creationId="{E9911F60-BBE2-C405-8DCA-B956F80F0BD4}"/>
          </ac:picMkLst>
        </pc:picChg>
        <pc:picChg chg="del">
          <ac:chgData name="Ivan Bandur" userId="2d706841ac574cb9" providerId="LiveId" clId="{FF361DDC-9C37-48E5-8C46-8BBAD1F422B6}" dt="2026-08-21T20:17:00.949" v="16" actId="21"/>
          <ac:picMkLst>
            <pc:docMk/>
            <pc:sldMk cId="0" sldId="267"/>
            <ac:picMk id="4" creationId="{C0B178C6-874B-A827-698A-6E0BA3DACE22}"/>
          </ac:picMkLst>
        </pc:picChg>
        <pc:picChg chg="add mod">
          <ac:chgData name="Ivan Bandur" userId="2d706841ac574cb9" providerId="LiveId" clId="{FF361DDC-9C37-48E5-8C46-8BBAD1F422B6}" dt="2026-08-21T20:39:30.686" v="210" actId="14100"/>
          <ac:picMkLst>
            <pc:docMk/>
            <pc:sldMk cId="0" sldId="267"/>
            <ac:picMk id="5" creationId="{39063341-15FF-DBD8-4B2F-DCBDD351A8E5}"/>
          </ac:picMkLst>
        </pc:picChg>
        <pc:picChg chg="add del mod">
          <ac:chgData name="Ivan Bandur" userId="2d706841ac574cb9" providerId="LiveId" clId="{FF361DDC-9C37-48E5-8C46-8BBAD1F422B6}" dt="2026-08-21T20:39:24.700" v="205" actId="478"/>
          <ac:picMkLst>
            <pc:docMk/>
            <pc:sldMk cId="0" sldId="267"/>
            <ac:picMk id="7" creationId="{58755F49-31F4-7EE8-E536-B6F198D10A4E}"/>
          </ac:picMkLst>
        </pc:picChg>
      </pc:sldChg>
      <pc:sldChg chg="modSp mod">
        <pc:chgData name="Ivan Bandur" userId="2d706841ac574cb9" providerId="LiveId" clId="{FF361DDC-9C37-48E5-8C46-8BBAD1F422B6}" dt="2026-08-21T20:30:58.098" v="155" actId="20577"/>
        <pc:sldMkLst>
          <pc:docMk/>
          <pc:sldMk cId="0" sldId="270"/>
        </pc:sldMkLst>
        <pc:spChg chg="mod">
          <ac:chgData name="Ivan Bandur" userId="2d706841ac574cb9" providerId="LiveId" clId="{FF361DDC-9C37-48E5-8C46-8BBAD1F422B6}" dt="2026-08-21T20:30:42.905" v="117" actId="20577"/>
          <ac:spMkLst>
            <pc:docMk/>
            <pc:sldMk cId="0" sldId="270"/>
            <ac:spMk id="266" creationId="{00000000-0000-0000-0000-000000000000}"/>
          </ac:spMkLst>
        </pc:spChg>
        <pc:spChg chg="mod">
          <ac:chgData name="Ivan Bandur" userId="2d706841ac574cb9" providerId="LiveId" clId="{FF361DDC-9C37-48E5-8C46-8BBAD1F422B6}" dt="2026-08-21T20:30:58.098" v="155" actId="20577"/>
          <ac:spMkLst>
            <pc:docMk/>
            <pc:sldMk cId="0" sldId="270"/>
            <ac:spMk id="267" creationId="{00000000-0000-0000-0000-000000000000}"/>
          </ac:spMkLst>
        </pc:spChg>
      </pc:sldChg>
      <pc:sldChg chg="modSp mod">
        <pc:chgData name="Ivan Bandur" userId="2d706841ac574cb9" providerId="LiveId" clId="{FF361DDC-9C37-48E5-8C46-8BBAD1F422B6}" dt="2026-08-21T20:30:06.683" v="99" actId="20577"/>
        <pc:sldMkLst>
          <pc:docMk/>
          <pc:sldMk cId="1202860371" sldId="272"/>
        </pc:sldMkLst>
        <pc:spChg chg="mod">
          <ac:chgData name="Ivan Bandur" userId="2d706841ac574cb9" providerId="LiveId" clId="{FF361DDC-9C37-48E5-8C46-8BBAD1F422B6}" dt="2026-08-21T20:30:06.683" v="99" actId="20577"/>
          <ac:spMkLst>
            <pc:docMk/>
            <pc:sldMk cId="1202860371" sldId="272"/>
            <ac:spMk id="267" creationId="{00000000-0000-0000-0000-000000000000}"/>
          </ac:spMkLst>
        </pc:spChg>
      </pc:sldChg>
      <pc:sldChg chg="addSp delSp modSp mod">
        <pc:chgData name="Ivan Bandur" userId="2d706841ac574cb9" providerId="LiveId" clId="{FF361DDC-9C37-48E5-8C46-8BBAD1F422B6}" dt="2026-08-21T20:40:03.071" v="220" actId="27614"/>
        <pc:sldMkLst>
          <pc:docMk/>
          <pc:sldMk cId="2999452798" sldId="273"/>
        </pc:sldMkLst>
        <pc:picChg chg="add mod">
          <ac:chgData name="Ivan Bandur" userId="2d706841ac574cb9" providerId="LiveId" clId="{FF361DDC-9C37-48E5-8C46-8BBAD1F422B6}" dt="2026-08-21T20:40:03.071" v="220" actId="27614"/>
          <ac:picMkLst>
            <pc:docMk/>
            <pc:sldMk cId="2999452798" sldId="273"/>
            <ac:picMk id="3" creationId="{0B2028A6-4B56-41DF-7188-212EE4296716}"/>
          </ac:picMkLst>
        </pc:picChg>
        <pc:picChg chg="del">
          <ac:chgData name="Ivan Bandur" userId="2d706841ac574cb9" providerId="LiveId" clId="{FF361DDC-9C37-48E5-8C46-8BBAD1F422B6}" dt="2026-08-21T20:17:05.839" v="17" actId="21"/>
          <ac:picMkLst>
            <pc:docMk/>
            <pc:sldMk cId="2999452798" sldId="273"/>
            <ac:picMk id="3" creationId="{BF8815CA-D110-C670-435E-763E64D0AC03}"/>
          </ac:picMkLst>
        </pc:picChg>
        <pc:picChg chg="add del mod">
          <ac:chgData name="Ivan Bandur" userId="2d706841ac574cb9" providerId="LiveId" clId="{FF361DDC-9C37-48E5-8C46-8BBAD1F422B6}" dt="2026-08-21T20:39:49.571" v="215" actId="21"/>
          <ac:picMkLst>
            <pc:docMk/>
            <pc:sldMk cId="2999452798" sldId="273"/>
            <ac:picMk id="5" creationId="{26308C9B-F638-E88E-1F43-361A62F18BB8}"/>
          </ac:picMkLst>
        </pc:pic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0" dt="2023-05-31T15:38:24.691" idx="1">
    <p:pos x="6000" y="0"/>
    <p:text>Just include your first name, NO full last name</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Ax2_shRU"/>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0" dt="2023-05-31T14:56:50.224" idx="2">
    <p:pos x="6000" y="0"/>
    <p:text>multiple slides for bigger picture are available. Show daily, intraday levels, sector or index if applicable.</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AyKz2778"/>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0" dt="2023-05-31T14:57:28.376" idx="3">
    <p:pos x="6000" y="0"/>
    <p:text>Important stats might be: RVOL, Avg Volume, Float, Institutional Ownership, ATR, Short Interest, Day's Range, Insider Ownership, $VIX</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Ax2_shRY"/>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0" dt="2023-05-24T23:05:52.038" idx="4">
    <p:pos x="6000" y="0"/>
    <p:text>Mark up the tradervue chart of the trade intraday: Entry | Stop | Exit
1. Where would you add size?
2. Where was your initial stop? Did you adjust your stop as the play developed? If so, why did you adjust your stop?
3. Where did you take profits? How do you pick your profit targets?</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Ax2_shRQ"/>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‹Nr.›</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4a03e67d01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g24a03e67d01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4a03e67d01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8" name="Google Shape;148;g24a03e67d01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4a03e67d01_0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 name="Google Shape;170;g24a03e67d01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7" name="Google Shape;2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4a03e67d01_0_1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g24a03e67d01_0_1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49ea4ecd50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g249ea4ecd50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4a03e67d01_0_1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238" name="Google Shape;238;g24a03e67d01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036E1383-7310-403A-71CA-7DC62F685CC0}"/>
            </a:ext>
          </a:extLst>
        </p:cNvPr>
        <p:cNvGrpSpPr/>
        <p:nvPr/>
      </p:nvGrpSpPr>
      <p:grpSpPr>
        <a:xfrm>
          <a:off x="0" y="0"/>
          <a:ext cx="0" cy="0"/>
          <a:chOff x="0" y="0"/>
          <a:chExt cx="0" cy="0"/>
        </a:xfrm>
      </p:grpSpPr>
      <p:sp>
        <p:nvSpPr>
          <p:cNvPr id="237" name="Google Shape;237;g24a03e67d01_0_118:notes">
            <a:extLst>
              <a:ext uri="{FF2B5EF4-FFF2-40B4-BE49-F238E27FC236}">
                <a16:creationId xmlns:a16="http://schemas.microsoft.com/office/drawing/2014/main" id="{CD9B299C-9434-A819-6A5A-E13431D3581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238" name="Google Shape;238;g24a03e67d01_0_118:notes">
            <a:extLst>
              <a:ext uri="{FF2B5EF4-FFF2-40B4-BE49-F238E27FC236}">
                <a16:creationId xmlns:a16="http://schemas.microsoft.com/office/drawing/2014/main" id="{E877C555-2DE6-2C67-AFB1-16558DE84F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36127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4a03e67d01_0_1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263" name="Google Shape;263;g24a03e67d01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64494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4a03e67d01_0_1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 name="Google Shape;255;g24a03e67d01_0_1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4a03e67d01_0_1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263" name="Google Shape;263;g24a03e67d01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15"/>
        <p:cNvGrpSpPr/>
        <p:nvPr/>
      </p:nvGrpSpPr>
      <p:grpSpPr>
        <a:xfrm>
          <a:off x="0" y="0"/>
          <a:ext cx="0" cy="0"/>
          <a:chOff x="0" y="0"/>
          <a:chExt cx="0" cy="0"/>
        </a:xfrm>
      </p:grpSpPr>
      <p:sp>
        <p:nvSpPr>
          <p:cNvPr id="16" name="Google Shape;16;p13"/>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17" name="Google Shape;17;p13"/>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18" name="Google Shape;18;p13"/>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‹Nr.›</a:t>
            </a:fld>
            <a:endParaRPr/>
          </a:p>
        </p:txBody>
      </p:sp>
      <p:sp>
        <p:nvSpPr>
          <p:cNvPr id="19" name="Google Shape;19;p13"/>
          <p:cNvSpPr>
            <a:spLocks noGrp="1"/>
          </p:cNvSpPr>
          <p:nvPr>
            <p:ph type="pic" idx="2"/>
          </p:nvPr>
        </p:nvSpPr>
        <p:spPr>
          <a:xfrm>
            <a:off x="10687050" y="0"/>
            <a:ext cx="7601100" cy="9462000"/>
          </a:xfrm>
          <a:prstGeom prst="rect">
            <a:avLst/>
          </a:prstGeom>
          <a:solidFill>
            <a:srgbClr val="D8D8D8"/>
          </a:solidFill>
          <a:ln>
            <a:noFill/>
          </a:ln>
        </p:spPr>
        <p:txBody>
          <a:bodyPr/>
          <a:lstStyle/>
          <a:p>
            <a:r>
              <a:rPr lang="de-DE"/>
              <a:t>Bild durch Klicken auf Symbol hinzufügen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ackground 02">
  <p:cSld name="Background 02">
    <p:spTree>
      <p:nvGrpSpPr>
        <p:cNvPr id="1" name="Shape 26"/>
        <p:cNvGrpSpPr/>
        <p:nvPr/>
      </p:nvGrpSpPr>
      <p:grpSpPr>
        <a:xfrm>
          <a:off x="0" y="0"/>
          <a:ext cx="0" cy="0"/>
          <a:chOff x="0" y="0"/>
          <a:chExt cx="0" cy="0"/>
        </a:xfrm>
      </p:grpSpPr>
      <p:sp>
        <p:nvSpPr>
          <p:cNvPr id="27" name="Google Shape;27;p15"/>
          <p:cNvSpPr>
            <a:spLocks noGrp="1"/>
          </p:cNvSpPr>
          <p:nvPr>
            <p:ph type="pic" idx="2"/>
          </p:nvPr>
        </p:nvSpPr>
        <p:spPr>
          <a:xfrm>
            <a:off x="0" y="0"/>
            <a:ext cx="18288000" cy="10287000"/>
          </a:xfrm>
          <a:prstGeom prst="rect">
            <a:avLst/>
          </a:prstGeom>
          <a:solidFill>
            <a:srgbClr val="D8D8D8">
              <a:alpha val="10588"/>
            </a:srgbClr>
          </a:solidFill>
          <a:ln>
            <a:noFill/>
          </a:ln>
        </p:spPr>
        <p:txBody>
          <a:bodyPr/>
          <a:lstStyle/>
          <a:p>
            <a:r>
              <a:rPr lang="de-DE"/>
              <a:t>Bild durch Klicken auf Symbol hinzufügen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9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Benutzerdefiniertes Layout">
    <p:spTree>
      <p:nvGrpSpPr>
        <p:cNvPr id="1" name="Shape 28"/>
        <p:cNvGrpSpPr/>
        <p:nvPr/>
      </p:nvGrpSpPr>
      <p:grpSpPr>
        <a:xfrm>
          <a:off x="0" y="0"/>
          <a:ext cx="0" cy="0"/>
          <a:chOff x="0" y="0"/>
          <a:chExt cx="0" cy="0"/>
        </a:xfrm>
      </p:grpSpPr>
      <p:sp>
        <p:nvSpPr>
          <p:cNvPr id="29" name="Google Shape;29;p16"/>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30" name="Google Shape;30;p16"/>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31" name="Google Shape;31;p16"/>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‹Nr.›</a:t>
            </a:fld>
            <a:endParaRPr/>
          </a:p>
        </p:txBody>
      </p:sp>
      <p:sp>
        <p:nvSpPr>
          <p:cNvPr id="32" name="Google Shape;32;p16"/>
          <p:cNvSpPr>
            <a:spLocks noGrp="1"/>
          </p:cNvSpPr>
          <p:nvPr>
            <p:ph type="pic" idx="2"/>
          </p:nvPr>
        </p:nvSpPr>
        <p:spPr>
          <a:xfrm>
            <a:off x="0" y="0"/>
            <a:ext cx="18288000" cy="4308000"/>
          </a:xfrm>
          <a:prstGeom prst="rect">
            <a:avLst/>
          </a:prstGeom>
          <a:noFill/>
          <a:ln>
            <a:noFill/>
          </a:ln>
        </p:spPr>
        <p:txBody>
          <a:bodyPr/>
          <a:lstStyle/>
          <a:p>
            <a:r>
              <a:rPr lang="de-DE"/>
              <a:t>Bild durch Klicken auf Symbol hinzufügen</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33"/>
        <p:cNvGrpSpPr/>
        <p:nvPr/>
      </p:nvGrpSpPr>
      <p:grpSpPr>
        <a:xfrm>
          <a:off x="0" y="0"/>
          <a:ext cx="0" cy="0"/>
          <a:chOff x="0" y="0"/>
          <a:chExt cx="0" cy="0"/>
        </a:xfrm>
      </p:grpSpPr>
      <p:sp>
        <p:nvSpPr>
          <p:cNvPr id="34" name="Google Shape;34;p17"/>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35" name="Google Shape;35;p17"/>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36" name="Google Shape;36;p17"/>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‹Nr.›</a:t>
            </a:fld>
            <a:endParaRPr/>
          </a:p>
        </p:txBody>
      </p:sp>
      <p:sp>
        <p:nvSpPr>
          <p:cNvPr id="37" name="Google Shape;37;p17"/>
          <p:cNvSpPr>
            <a:spLocks noGrp="1"/>
          </p:cNvSpPr>
          <p:nvPr>
            <p:ph type="pic" idx="2"/>
          </p:nvPr>
        </p:nvSpPr>
        <p:spPr>
          <a:xfrm>
            <a:off x="2200275" y="2886075"/>
            <a:ext cx="6172200" cy="5801100"/>
          </a:xfrm>
          <a:prstGeom prst="rect">
            <a:avLst/>
          </a:prstGeom>
          <a:noFill/>
          <a:ln>
            <a:noFill/>
          </a:ln>
        </p:spPr>
        <p:txBody>
          <a:bodyPr/>
          <a:lstStyle/>
          <a:p>
            <a:r>
              <a:rPr lang="de-DE"/>
              <a:t>Bild durch Klicken auf Symbol hinzufügen</a:t>
            </a:r>
          </a:p>
        </p:txBody>
      </p:sp>
      <p:sp>
        <p:nvSpPr>
          <p:cNvPr id="38" name="Google Shape;38;p17"/>
          <p:cNvSpPr>
            <a:spLocks noGrp="1"/>
          </p:cNvSpPr>
          <p:nvPr>
            <p:ph type="pic" idx="3"/>
          </p:nvPr>
        </p:nvSpPr>
        <p:spPr>
          <a:xfrm>
            <a:off x="9515475" y="2886075"/>
            <a:ext cx="6172200" cy="5801100"/>
          </a:xfrm>
          <a:prstGeom prst="rect">
            <a:avLst/>
          </a:prstGeom>
          <a:noFill/>
          <a:ln>
            <a:noFill/>
          </a:ln>
        </p:spPr>
        <p:txBody>
          <a:bodyPr/>
          <a:lstStyle/>
          <a:p>
            <a:r>
              <a:rPr lang="de-DE"/>
              <a:t>Bild durch Klicken auf Symbol hinzufügen</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9"/>
        <p:cNvGrpSpPr/>
        <p:nvPr/>
      </p:nvGrpSpPr>
      <p:grpSpPr>
        <a:xfrm>
          <a:off x="0" y="0"/>
          <a:ext cx="0" cy="0"/>
          <a:chOff x="0" y="0"/>
          <a:chExt cx="0" cy="0"/>
        </a:xfrm>
      </p:grpSpPr>
      <p:sp>
        <p:nvSpPr>
          <p:cNvPr id="40" name="Google Shape;40;p18"/>
          <p:cNvSpPr txBox="1">
            <a:spLocks noGrp="1"/>
          </p:cNvSpPr>
          <p:nvPr>
            <p:ph type="ctrTitle"/>
          </p:nvPr>
        </p:nvSpPr>
        <p:spPr>
          <a:xfrm>
            <a:off x="2286000" y="1683545"/>
            <a:ext cx="13716000" cy="3581700"/>
          </a:xfrm>
          <a:prstGeom prst="rect">
            <a:avLst/>
          </a:prstGeom>
          <a:noFill/>
          <a:ln>
            <a:noFill/>
          </a:ln>
        </p:spPr>
        <p:txBody>
          <a:bodyPr spcFirstLastPara="1" wrap="square" lIns="137150" tIns="68550" rIns="137150" bIns="68550" anchor="b" anchorCtr="0">
            <a:noAutofit/>
          </a:bodyPr>
          <a:lstStyle>
            <a:lvl1pPr lvl="0" algn="ctr">
              <a:lnSpc>
                <a:spcPct val="90000"/>
              </a:lnSpc>
              <a:spcBef>
                <a:spcPts val="0"/>
              </a:spcBef>
              <a:spcAft>
                <a:spcPts val="0"/>
              </a:spcAft>
              <a:buClr>
                <a:schemeClr val="dk1"/>
              </a:buClr>
              <a:buSzPts val="9000"/>
              <a:buFont typeface="Calibri"/>
              <a:buNone/>
              <a:defRPr sz="90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r>
              <a:rPr lang="de-DE"/>
              <a:t>Mastertitelformat bearbeiten</a:t>
            </a:r>
            <a:endParaRPr/>
          </a:p>
        </p:txBody>
      </p:sp>
      <p:sp>
        <p:nvSpPr>
          <p:cNvPr id="41" name="Google Shape;41;p18"/>
          <p:cNvSpPr txBox="1">
            <a:spLocks noGrp="1"/>
          </p:cNvSpPr>
          <p:nvPr>
            <p:ph type="subTitle" idx="1"/>
          </p:nvPr>
        </p:nvSpPr>
        <p:spPr>
          <a:xfrm>
            <a:off x="2286000" y="5403057"/>
            <a:ext cx="13716000" cy="2483700"/>
          </a:xfrm>
          <a:prstGeom prst="rect">
            <a:avLst/>
          </a:prstGeom>
          <a:noFill/>
          <a:ln>
            <a:noFill/>
          </a:ln>
        </p:spPr>
        <p:txBody>
          <a:bodyPr spcFirstLastPara="1" wrap="square" lIns="137150" tIns="68550" rIns="137150" bIns="68550" anchor="t" anchorCtr="0">
            <a:noAutofit/>
          </a:bodyPr>
          <a:lstStyle>
            <a:lvl1pPr lvl="0" algn="ctr">
              <a:lnSpc>
                <a:spcPct val="90000"/>
              </a:lnSpc>
              <a:spcBef>
                <a:spcPts val="1500"/>
              </a:spcBef>
              <a:spcAft>
                <a:spcPts val="0"/>
              </a:spcAft>
              <a:buClr>
                <a:schemeClr val="dk1"/>
              </a:buClr>
              <a:buSzPts val="3600"/>
              <a:buNone/>
              <a:defRPr sz="3600"/>
            </a:lvl1pPr>
            <a:lvl2pPr lvl="1" algn="ctr">
              <a:lnSpc>
                <a:spcPct val="90000"/>
              </a:lnSpc>
              <a:spcBef>
                <a:spcPts val="800"/>
              </a:spcBef>
              <a:spcAft>
                <a:spcPts val="0"/>
              </a:spcAft>
              <a:buClr>
                <a:schemeClr val="dk1"/>
              </a:buClr>
              <a:buSzPts val="3000"/>
              <a:buNone/>
              <a:defRPr sz="3000"/>
            </a:lvl2pPr>
            <a:lvl3pPr lvl="2" algn="ctr">
              <a:lnSpc>
                <a:spcPct val="90000"/>
              </a:lnSpc>
              <a:spcBef>
                <a:spcPts val="800"/>
              </a:spcBef>
              <a:spcAft>
                <a:spcPts val="0"/>
              </a:spcAft>
              <a:buClr>
                <a:schemeClr val="dk1"/>
              </a:buClr>
              <a:buSzPts val="2700"/>
              <a:buNone/>
              <a:defRPr sz="2700"/>
            </a:lvl3pPr>
            <a:lvl4pPr lvl="3" algn="ctr">
              <a:lnSpc>
                <a:spcPct val="90000"/>
              </a:lnSpc>
              <a:spcBef>
                <a:spcPts val="800"/>
              </a:spcBef>
              <a:spcAft>
                <a:spcPts val="0"/>
              </a:spcAft>
              <a:buClr>
                <a:schemeClr val="dk1"/>
              </a:buClr>
              <a:buSzPts val="2400"/>
              <a:buNone/>
              <a:defRPr sz="2400"/>
            </a:lvl4pPr>
            <a:lvl5pPr lvl="4" algn="ctr">
              <a:lnSpc>
                <a:spcPct val="90000"/>
              </a:lnSpc>
              <a:spcBef>
                <a:spcPts val="800"/>
              </a:spcBef>
              <a:spcAft>
                <a:spcPts val="0"/>
              </a:spcAft>
              <a:buClr>
                <a:schemeClr val="dk1"/>
              </a:buClr>
              <a:buSzPts val="2400"/>
              <a:buNone/>
              <a:defRPr sz="2400"/>
            </a:lvl5pPr>
            <a:lvl6pPr lvl="5" algn="ctr">
              <a:lnSpc>
                <a:spcPct val="90000"/>
              </a:lnSpc>
              <a:spcBef>
                <a:spcPts val="800"/>
              </a:spcBef>
              <a:spcAft>
                <a:spcPts val="0"/>
              </a:spcAft>
              <a:buClr>
                <a:schemeClr val="dk1"/>
              </a:buClr>
              <a:buSzPts val="2400"/>
              <a:buNone/>
              <a:defRPr sz="2400"/>
            </a:lvl6pPr>
            <a:lvl7pPr lvl="6" algn="ctr">
              <a:lnSpc>
                <a:spcPct val="90000"/>
              </a:lnSpc>
              <a:spcBef>
                <a:spcPts val="800"/>
              </a:spcBef>
              <a:spcAft>
                <a:spcPts val="0"/>
              </a:spcAft>
              <a:buClr>
                <a:schemeClr val="dk1"/>
              </a:buClr>
              <a:buSzPts val="2400"/>
              <a:buNone/>
              <a:defRPr sz="2400"/>
            </a:lvl7pPr>
            <a:lvl8pPr lvl="7" algn="ctr">
              <a:lnSpc>
                <a:spcPct val="90000"/>
              </a:lnSpc>
              <a:spcBef>
                <a:spcPts val="800"/>
              </a:spcBef>
              <a:spcAft>
                <a:spcPts val="0"/>
              </a:spcAft>
              <a:buClr>
                <a:schemeClr val="dk1"/>
              </a:buClr>
              <a:buSzPts val="2400"/>
              <a:buNone/>
              <a:defRPr sz="2400"/>
            </a:lvl8pPr>
            <a:lvl9pPr lvl="8" algn="ctr">
              <a:lnSpc>
                <a:spcPct val="90000"/>
              </a:lnSpc>
              <a:spcBef>
                <a:spcPts val="800"/>
              </a:spcBef>
              <a:spcAft>
                <a:spcPts val="0"/>
              </a:spcAft>
              <a:buClr>
                <a:schemeClr val="dk1"/>
              </a:buClr>
              <a:buSzPts val="2400"/>
              <a:buNone/>
              <a:defRPr sz="2400"/>
            </a:lvl9pPr>
          </a:lstStyle>
          <a:p>
            <a:r>
              <a:rPr lang="de-DE"/>
              <a:t>Master-Untertitelformat bearbeiten</a:t>
            </a:r>
            <a:endParaRPr/>
          </a:p>
        </p:txBody>
      </p:sp>
      <p:sp>
        <p:nvSpPr>
          <p:cNvPr id="42" name="Google Shape;42;p18"/>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43" name="Google Shape;43;p18"/>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44" name="Google Shape;44;p18"/>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5"/>
        <p:cNvGrpSpPr/>
        <p:nvPr/>
      </p:nvGrpSpPr>
      <p:grpSpPr>
        <a:xfrm>
          <a:off x="0" y="0"/>
          <a:ext cx="0" cy="0"/>
          <a:chOff x="0" y="0"/>
          <a:chExt cx="0" cy="0"/>
        </a:xfrm>
      </p:grpSpPr>
      <p:sp>
        <p:nvSpPr>
          <p:cNvPr id="46" name="Google Shape;46;p19"/>
          <p:cNvSpPr txBox="1">
            <a:spLocks noGrp="1"/>
          </p:cNvSpPr>
          <p:nvPr>
            <p:ph type="title"/>
          </p:nvPr>
        </p:nvSpPr>
        <p:spPr>
          <a:xfrm>
            <a:off x="1247775" y="2564607"/>
            <a:ext cx="15773400" cy="4279200"/>
          </a:xfrm>
          <a:prstGeom prst="rect">
            <a:avLst/>
          </a:prstGeom>
          <a:noFill/>
          <a:ln>
            <a:noFill/>
          </a:ln>
        </p:spPr>
        <p:txBody>
          <a:bodyPr spcFirstLastPara="1" wrap="square" lIns="137150" tIns="68550" rIns="137150" bIns="68550" anchor="b" anchorCtr="0">
            <a:noAutofit/>
          </a:bodyPr>
          <a:lstStyle>
            <a:lvl1pPr lvl="0" algn="l">
              <a:lnSpc>
                <a:spcPct val="90000"/>
              </a:lnSpc>
              <a:spcBef>
                <a:spcPts val="0"/>
              </a:spcBef>
              <a:spcAft>
                <a:spcPts val="0"/>
              </a:spcAft>
              <a:buClr>
                <a:schemeClr val="dk1"/>
              </a:buClr>
              <a:buSzPts val="9000"/>
              <a:buFont typeface="Calibri"/>
              <a:buNone/>
              <a:defRPr sz="90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r>
              <a:rPr lang="de-DE"/>
              <a:t>Mastertitelformat bearbeiten</a:t>
            </a:r>
            <a:endParaRPr/>
          </a:p>
        </p:txBody>
      </p:sp>
      <p:sp>
        <p:nvSpPr>
          <p:cNvPr id="47" name="Google Shape;47;p19"/>
          <p:cNvSpPr txBox="1">
            <a:spLocks noGrp="1"/>
          </p:cNvSpPr>
          <p:nvPr>
            <p:ph type="body" idx="1"/>
          </p:nvPr>
        </p:nvSpPr>
        <p:spPr>
          <a:xfrm>
            <a:off x="1247775" y="6884195"/>
            <a:ext cx="15773400" cy="2250600"/>
          </a:xfrm>
          <a:prstGeom prst="rect">
            <a:avLst/>
          </a:prstGeom>
          <a:noFill/>
          <a:ln>
            <a:noFill/>
          </a:ln>
        </p:spPr>
        <p:txBody>
          <a:bodyPr spcFirstLastPara="1" wrap="square" lIns="137150" tIns="68550" rIns="137150" bIns="68550" anchor="t" anchorCtr="0">
            <a:noAutofit/>
          </a:bodyPr>
          <a:lstStyle>
            <a:lvl1pPr marL="457200" lvl="0" indent="-228600" algn="l">
              <a:lnSpc>
                <a:spcPct val="90000"/>
              </a:lnSpc>
              <a:spcBef>
                <a:spcPts val="1500"/>
              </a:spcBef>
              <a:spcAft>
                <a:spcPts val="0"/>
              </a:spcAft>
              <a:buClr>
                <a:srgbClr val="888888"/>
              </a:buClr>
              <a:buSzPts val="3600"/>
              <a:buNone/>
              <a:defRPr sz="3600">
                <a:solidFill>
                  <a:srgbClr val="888888"/>
                </a:solidFill>
              </a:defRPr>
            </a:lvl1pPr>
            <a:lvl2pPr marL="914400" lvl="1" indent="-228600" algn="l">
              <a:lnSpc>
                <a:spcPct val="90000"/>
              </a:lnSpc>
              <a:spcBef>
                <a:spcPts val="800"/>
              </a:spcBef>
              <a:spcAft>
                <a:spcPts val="0"/>
              </a:spcAft>
              <a:buClr>
                <a:srgbClr val="888888"/>
              </a:buClr>
              <a:buSzPts val="3000"/>
              <a:buNone/>
              <a:defRPr sz="3000">
                <a:solidFill>
                  <a:srgbClr val="888888"/>
                </a:solidFill>
              </a:defRPr>
            </a:lvl2pPr>
            <a:lvl3pPr marL="1371600" lvl="2" indent="-228600" algn="l">
              <a:lnSpc>
                <a:spcPct val="90000"/>
              </a:lnSpc>
              <a:spcBef>
                <a:spcPts val="800"/>
              </a:spcBef>
              <a:spcAft>
                <a:spcPts val="0"/>
              </a:spcAft>
              <a:buClr>
                <a:srgbClr val="888888"/>
              </a:buClr>
              <a:buSzPts val="2700"/>
              <a:buNone/>
              <a:defRPr sz="2700">
                <a:solidFill>
                  <a:srgbClr val="888888"/>
                </a:solidFill>
              </a:defRPr>
            </a:lvl3pPr>
            <a:lvl4pPr marL="1828800" lvl="3" indent="-228600" algn="l">
              <a:lnSpc>
                <a:spcPct val="90000"/>
              </a:lnSpc>
              <a:spcBef>
                <a:spcPts val="800"/>
              </a:spcBef>
              <a:spcAft>
                <a:spcPts val="0"/>
              </a:spcAft>
              <a:buClr>
                <a:srgbClr val="888888"/>
              </a:buClr>
              <a:buSzPts val="2400"/>
              <a:buNone/>
              <a:defRPr sz="2400">
                <a:solidFill>
                  <a:srgbClr val="888888"/>
                </a:solidFill>
              </a:defRPr>
            </a:lvl4pPr>
            <a:lvl5pPr marL="2286000" lvl="4" indent="-228600" algn="l">
              <a:lnSpc>
                <a:spcPct val="90000"/>
              </a:lnSpc>
              <a:spcBef>
                <a:spcPts val="800"/>
              </a:spcBef>
              <a:spcAft>
                <a:spcPts val="0"/>
              </a:spcAft>
              <a:buClr>
                <a:srgbClr val="888888"/>
              </a:buClr>
              <a:buSzPts val="2400"/>
              <a:buNone/>
              <a:defRPr sz="2400">
                <a:solidFill>
                  <a:srgbClr val="888888"/>
                </a:solidFill>
              </a:defRPr>
            </a:lvl5pPr>
            <a:lvl6pPr marL="2743200" lvl="5" indent="-228600" algn="l">
              <a:lnSpc>
                <a:spcPct val="90000"/>
              </a:lnSpc>
              <a:spcBef>
                <a:spcPts val="800"/>
              </a:spcBef>
              <a:spcAft>
                <a:spcPts val="0"/>
              </a:spcAft>
              <a:buClr>
                <a:srgbClr val="888888"/>
              </a:buClr>
              <a:buSzPts val="2400"/>
              <a:buNone/>
              <a:defRPr sz="2400">
                <a:solidFill>
                  <a:srgbClr val="888888"/>
                </a:solidFill>
              </a:defRPr>
            </a:lvl6pPr>
            <a:lvl7pPr marL="3200400" lvl="6" indent="-228600" algn="l">
              <a:lnSpc>
                <a:spcPct val="90000"/>
              </a:lnSpc>
              <a:spcBef>
                <a:spcPts val="800"/>
              </a:spcBef>
              <a:spcAft>
                <a:spcPts val="0"/>
              </a:spcAft>
              <a:buClr>
                <a:srgbClr val="888888"/>
              </a:buClr>
              <a:buSzPts val="2400"/>
              <a:buNone/>
              <a:defRPr sz="2400">
                <a:solidFill>
                  <a:srgbClr val="888888"/>
                </a:solidFill>
              </a:defRPr>
            </a:lvl7pPr>
            <a:lvl8pPr marL="3657600" lvl="7" indent="-228600" algn="l">
              <a:lnSpc>
                <a:spcPct val="90000"/>
              </a:lnSpc>
              <a:spcBef>
                <a:spcPts val="800"/>
              </a:spcBef>
              <a:spcAft>
                <a:spcPts val="0"/>
              </a:spcAft>
              <a:buClr>
                <a:srgbClr val="888888"/>
              </a:buClr>
              <a:buSzPts val="2400"/>
              <a:buNone/>
              <a:defRPr sz="2400">
                <a:solidFill>
                  <a:srgbClr val="888888"/>
                </a:solidFill>
              </a:defRPr>
            </a:lvl8pPr>
            <a:lvl9pPr marL="4114800" lvl="8" indent="-228600" algn="l">
              <a:lnSpc>
                <a:spcPct val="90000"/>
              </a:lnSpc>
              <a:spcBef>
                <a:spcPts val="800"/>
              </a:spcBef>
              <a:spcAft>
                <a:spcPts val="0"/>
              </a:spcAft>
              <a:buClr>
                <a:srgbClr val="888888"/>
              </a:buClr>
              <a:buSzPts val="2400"/>
              <a:buNone/>
              <a:defRPr sz="2400">
                <a:solidFill>
                  <a:srgbClr val="888888"/>
                </a:solidFill>
              </a:defRPr>
            </a:lvl9pPr>
          </a:lstStyle>
          <a:p>
            <a:pPr lvl="0"/>
            <a:r>
              <a:rPr lang="de-DE"/>
              <a:t>Mastertextformat bearbeiten</a:t>
            </a:r>
          </a:p>
        </p:txBody>
      </p:sp>
      <p:sp>
        <p:nvSpPr>
          <p:cNvPr id="48" name="Google Shape;48;p19"/>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49" name="Google Shape;49;p19"/>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50" name="Google Shape;50;p19"/>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1"/>
        <p:cNvGrpSpPr/>
        <p:nvPr/>
      </p:nvGrpSpPr>
      <p:grpSpPr>
        <a:xfrm>
          <a:off x="0" y="0"/>
          <a:ext cx="0" cy="0"/>
          <a:chOff x="0" y="0"/>
          <a:chExt cx="0" cy="0"/>
        </a:xfrm>
      </p:grpSpPr>
      <p:sp>
        <p:nvSpPr>
          <p:cNvPr id="52" name="Google Shape;52;p20"/>
          <p:cNvSpPr txBox="1">
            <a:spLocks noGrp="1"/>
          </p:cNvSpPr>
          <p:nvPr>
            <p:ph type="title"/>
          </p:nvPr>
        </p:nvSpPr>
        <p:spPr>
          <a:xfrm>
            <a:off x="1257300" y="547688"/>
            <a:ext cx="15773400" cy="1988700"/>
          </a:xfrm>
          <a:prstGeom prst="rect">
            <a:avLst/>
          </a:prstGeom>
          <a:noFill/>
          <a:ln>
            <a:noFill/>
          </a:ln>
        </p:spPr>
        <p:txBody>
          <a:bodyPr spcFirstLastPara="1" wrap="square" lIns="137150" tIns="68550" rIns="137150" bIns="68550" anchor="ctr" anchorCtr="0">
            <a:no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r>
              <a:rPr lang="de-DE"/>
              <a:t>Mastertitelformat bearbeiten</a:t>
            </a:r>
            <a:endParaRPr/>
          </a:p>
        </p:txBody>
      </p:sp>
      <p:sp>
        <p:nvSpPr>
          <p:cNvPr id="53" name="Google Shape;53;p20"/>
          <p:cNvSpPr txBox="1">
            <a:spLocks noGrp="1"/>
          </p:cNvSpPr>
          <p:nvPr>
            <p:ph type="body" idx="1"/>
          </p:nvPr>
        </p:nvSpPr>
        <p:spPr>
          <a:xfrm>
            <a:off x="1257300" y="2738438"/>
            <a:ext cx="7772400" cy="6526800"/>
          </a:xfrm>
          <a:prstGeom prst="rect">
            <a:avLst/>
          </a:prstGeom>
          <a:noFill/>
          <a:ln>
            <a:noFill/>
          </a:ln>
        </p:spPr>
        <p:txBody>
          <a:bodyPr spcFirstLastPara="1" wrap="square" lIns="137150" tIns="68550" rIns="137150" bIns="68550" anchor="t" anchorCtr="0">
            <a:noAutofit/>
          </a:bodyPr>
          <a:lstStyle>
            <a:lvl1pPr marL="457200" lvl="0" indent="-400050" algn="l">
              <a:lnSpc>
                <a:spcPct val="90000"/>
              </a:lnSpc>
              <a:spcBef>
                <a:spcPts val="1500"/>
              </a:spcBef>
              <a:spcAft>
                <a:spcPts val="0"/>
              </a:spcAft>
              <a:buClr>
                <a:schemeClr val="dk1"/>
              </a:buClr>
              <a:buSzPts val="2700"/>
              <a:buChar char="•"/>
              <a:defRPr/>
            </a:lvl1pPr>
            <a:lvl2pPr marL="914400" lvl="1" indent="-400050" algn="l">
              <a:lnSpc>
                <a:spcPct val="90000"/>
              </a:lnSpc>
              <a:spcBef>
                <a:spcPts val="800"/>
              </a:spcBef>
              <a:spcAft>
                <a:spcPts val="0"/>
              </a:spcAft>
              <a:buClr>
                <a:schemeClr val="dk1"/>
              </a:buClr>
              <a:buSzPts val="2700"/>
              <a:buChar char="•"/>
              <a:defRPr/>
            </a:lvl2pPr>
            <a:lvl3pPr marL="1371600" lvl="2" indent="-400050" algn="l">
              <a:lnSpc>
                <a:spcPct val="90000"/>
              </a:lnSpc>
              <a:spcBef>
                <a:spcPts val="800"/>
              </a:spcBef>
              <a:spcAft>
                <a:spcPts val="0"/>
              </a:spcAft>
              <a:buClr>
                <a:schemeClr val="dk1"/>
              </a:buClr>
              <a:buSzPts val="2700"/>
              <a:buChar char="•"/>
              <a:defRPr/>
            </a:lvl3pPr>
            <a:lvl4pPr marL="1828800" lvl="3" indent="-400050" algn="l">
              <a:lnSpc>
                <a:spcPct val="90000"/>
              </a:lnSpc>
              <a:spcBef>
                <a:spcPts val="800"/>
              </a:spcBef>
              <a:spcAft>
                <a:spcPts val="0"/>
              </a:spcAft>
              <a:buClr>
                <a:schemeClr val="dk1"/>
              </a:buClr>
              <a:buSzPts val="2700"/>
              <a:buChar char="•"/>
              <a:defRPr/>
            </a:lvl4pPr>
            <a:lvl5pPr marL="2286000" lvl="4" indent="-400050" algn="l">
              <a:lnSpc>
                <a:spcPct val="90000"/>
              </a:lnSpc>
              <a:spcBef>
                <a:spcPts val="800"/>
              </a:spcBef>
              <a:spcAft>
                <a:spcPts val="0"/>
              </a:spcAft>
              <a:buClr>
                <a:schemeClr val="dk1"/>
              </a:buClr>
              <a:buSzPts val="2700"/>
              <a:buChar char="•"/>
              <a:defRPr/>
            </a:lvl5pPr>
            <a:lvl6pPr marL="2743200" lvl="5" indent="-400050" algn="l">
              <a:lnSpc>
                <a:spcPct val="90000"/>
              </a:lnSpc>
              <a:spcBef>
                <a:spcPts val="800"/>
              </a:spcBef>
              <a:spcAft>
                <a:spcPts val="0"/>
              </a:spcAft>
              <a:buClr>
                <a:schemeClr val="dk1"/>
              </a:buClr>
              <a:buSzPts val="2700"/>
              <a:buChar char="•"/>
              <a:defRPr/>
            </a:lvl6pPr>
            <a:lvl7pPr marL="3200400" lvl="6" indent="-400050" algn="l">
              <a:lnSpc>
                <a:spcPct val="90000"/>
              </a:lnSpc>
              <a:spcBef>
                <a:spcPts val="800"/>
              </a:spcBef>
              <a:spcAft>
                <a:spcPts val="0"/>
              </a:spcAft>
              <a:buClr>
                <a:schemeClr val="dk1"/>
              </a:buClr>
              <a:buSzPts val="2700"/>
              <a:buChar char="•"/>
              <a:defRPr/>
            </a:lvl7pPr>
            <a:lvl8pPr marL="3657600" lvl="7" indent="-400050" algn="l">
              <a:lnSpc>
                <a:spcPct val="90000"/>
              </a:lnSpc>
              <a:spcBef>
                <a:spcPts val="800"/>
              </a:spcBef>
              <a:spcAft>
                <a:spcPts val="0"/>
              </a:spcAft>
              <a:buClr>
                <a:schemeClr val="dk1"/>
              </a:buClr>
              <a:buSzPts val="2700"/>
              <a:buChar char="•"/>
              <a:defRPr/>
            </a:lvl8pPr>
            <a:lvl9pPr marL="4114800" lvl="8" indent="-400050" algn="l">
              <a:lnSpc>
                <a:spcPct val="90000"/>
              </a:lnSpc>
              <a:spcBef>
                <a:spcPts val="800"/>
              </a:spcBef>
              <a:spcAft>
                <a:spcPts val="0"/>
              </a:spcAft>
              <a:buClr>
                <a:schemeClr val="dk1"/>
              </a:buClr>
              <a:buSzPts val="2700"/>
              <a:buChar char="•"/>
              <a:defRPr/>
            </a:lvl9pPr>
          </a:lstStyle>
          <a:p>
            <a:pPr lvl="0"/>
            <a:r>
              <a:rPr lang="de-DE"/>
              <a:t>Mastertextformat bearbeiten</a:t>
            </a:r>
          </a:p>
        </p:txBody>
      </p:sp>
      <p:sp>
        <p:nvSpPr>
          <p:cNvPr id="54" name="Google Shape;54;p20"/>
          <p:cNvSpPr txBox="1">
            <a:spLocks noGrp="1"/>
          </p:cNvSpPr>
          <p:nvPr>
            <p:ph type="body" idx="2"/>
          </p:nvPr>
        </p:nvSpPr>
        <p:spPr>
          <a:xfrm>
            <a:off x="9258300" y="2738438"/>
            <a:ext cx="7772400" cy="6526800"/>
          </a:xfrm>
          <a:prstGeom prst="rect">
            <a:avLst/>
          </a:prstGeom>
          <a:noFill/>
          <a:ln>
            <a:noFill/>
          </a:ln>
        </p:spPr>
        <p:txBody>
          <a:bodyPr spcFirstLastPara="1" wrap="square" lIns="137150" tIns="68550" rIns="137150" bIns="68550" anchor="t" anchorCtr="0">
            <a:noAutofit/>
          </a:bodyPr>
          <a:lstStyle>
            <a:lvl1pPr marL="457200" lvl="0" indent="-400050" algn="l">
              <a:lnSpc>
                <a:spcPct val="90000"/>
              </a:lnSpc>
              <a:spcBef>
                <a:spcPts val="1500"/>
              </a:spcBef>
              <a:spcAft>
                <a:spcPts val="0"/>
              </a:spcAft>
              <a:buClr>
                <a:schemeClr val="dk1"/>
              </a:buClr>
              <a:buSzPts val="2700"/>
              <a:buChar char="•"/>
              <a:defRPr/>
            </a:lvl1pPr>
            <a:lvl2pPr marL="914400" lvl="1" indent="-400050" algn="l">
              <a:lnSpc>
                <a:spcPct val="90000"/>
              </a:lnSpc>
              <a:spcBef>
                <a:spcPts val="800"/>
              </a:spcBef>
              <a:spcAft>
                <a:spcPts val="0"/>
              </a:spcAft>
              <a:buClr>
                <a:schemeClr val="dk1"/>
              </a:buClr>
              <a:buSzPts val="2700"/>
              <a:buChar char="•"/>
              <a:defRPr/>
            </a:lvl2pPr>
            <a:lvl3pPr marL="1371600" lvl="2" indent="-400050" algn="l">
              <a:lnSpc>
                <a:spcPct val="90000"/>
              </a:lnSpc>
              <a:spcBef>
                <a:spcPts val="800"/>
              </a:spcBef>
              <a:spcAft>
                <a:spcPts val="0"/>
              </a:spcAft>
              <a:buClr>
                <a:schemeClr val="dk1"/>
              </a:buClr>
              <a:buSzPts val="2700"/>
              <a:buChar char="•"/>
              <a:defRPr/>
            </a:lvl3pPr>
            <a:lvl4pPr marL="1828800" lvl="3" indent="-400050" algn="l">
              <a:lnSpc>
                <a:spcPct val="90000"/>
              </a:lnSpc>
              <a:spcBef>
                <a:spcPts val="800"/>
              </a:spcBef>
              <a:spcAft>
                <a:spcPts val="0"/>
              </a:spcAft>
              <a:buClr>
                <a:schemeClr val="dk1"/>
              </a:buClr>
              <a:buSzPts val="2700"/>
              <a:buChar char="•"/>
              <a:defRPr/>
            </a:lvl4pPr>
            <a:lvl5pPr marL="2286000" lvl="4" indent="-400050" algn="l">
              <a:lnSpc>
                <a:spcPct val="90000"/>
              </a:lnSpc>
              <a:spcBef>
                <a:spcPts val="800"/>
              </a:spcBef>
              <a:spcAft>
                <a:spcPts val="0"/>
              </a:spcAft>
              <a:buClr>
                <a:schemeClr val="dk1"/>
              </a:buClr>
              <a:buSzPts val="2700"/>
              <a:buChar char="•"/>
              <a:defRPr/>
            </a:lvl5pPr>
            <a:lvl6pPr marL="2743200" lvl="5" indent="-400050" algn="l">
              <a:lnSpc>
                <a:spcPct val="90000"/>
              </a:lnSpc>
              <a:spcBef>
                <a:spcPts val="800"/>
              </a:spcBef>
              <a:spcAft>
                <a:spcPts val="0"/>
              </a:spcAft>
              <a:buClr>
                <a:schemeClr val="dk1"/>
              </a:buClr>
              <a:buSzPts val="2700"/>
              <a:buChar char="•"/>
              <a:defRPr/>
            </a:lvl6pPr>
            <a:lvl7pPr marL="3200400" lvl="6" indent="-400050" algn="l">
              <a:lnSpc>
                <a:spcPct val="90000"/>
              </a:lnSpc>
              <a:spcBef>
                <a:spcPts val="800"/>
              </a:spcBef>
              <a:spcAft>
                <a:spcPts val="0"/>
              </a:spcAft>
              <a:buClr>
                <a:schemeClr val="dk1"/>
              </a:buClr>
              <a:buSzPts val="2700"/>
              <a:buChar char="•"/>
              <a:defRPr/>
            </a:lvl7pPr>
            <a:lvl8pPr marL="3657600" lvl="7" indent="-400050" algn="l">
              <a:lnSpc>
                <a:spcPct val="90000"/>
              </a:lnSpc>
              <a:spcBef>
                <a:spcPts val="800"/>
              </a:spcBef>
              <a:spcAft>
                <a:spcPts val="0"/>
              </a:spcAft>
              <a:buClr>
                <a:schemeClr val="dk1"/>
              </a:buClr>
              <a:buSzPts val="2700"/>
              <a:buChar char="•"/>
              <a:defRPr/>
            </a:lvl8pPr>
            <a:lvl9pPr marL="4114800" lvl="8" indent="-400050" algn="l">
              <a:lnSpc>
                <a:spcPct val="90000"/>
              </a:lnSpc>
              <a:spcBef>
                <a:spcPts val="800"/>
              </a:spcBef>
              <a:spcAft>
                <a:spcPts val="0"/>
              </a:spcAft>
              <a:buClr>
                <a:schemeClr val="dk1"/>
              </a:buClr>
              <a:buSzPts val="2700"/>
              <a:buChar char="•"/>
              <a:defRPr/>
            </a:lvl9pPr>
          </a:lstStyle>
          <a:p>
            <a:pPr lvl="0"/>
            <a:r>
              <a:rPr lang="de-DE"/>
              <a:t>Mastertextformat bearbeiten</a:t>
            </a:r>
          </a:p>
        </p:txBody>
      </p:sp>
      <p:sp>
        <p:nvSpPr>
          <p:cNvPr id="55" name="Google Shape;55;p20"/>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56" name="Google Shape;56;p20"/>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57" name="Google Shape;57;p20"/>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8"/>
        <p:cNvGrpSpPr/>
        <p:nvPr/>
      </p:nvGrpSpPr>
      <p:grpSpPr>
        <a:xfrm>
          <a:off x="0" y="0"/>
          <a:ext cx="0" cy="0"/>
          <a:chOff x="0" y="0"/>
          <a:chExt cx="0" cy="0"/>
        </a:xfrm>
      </p:grpSpPr>
      <p:sp>
        <p:nvSpPr>
          <p:cNvPr id="59" name="Google Shape;59;p21"/>
          <p:cNvSpPr txBox="1">
            <a:spLocks noGrp="1"/>
          </p:cNvSpPr>
          <p:nvPr>
            <p:ph type="title"/>
          </p:nvPr>
        </p:nvSpPr>
        <p:spPr>
          <a:xfrm>
            <a:off x="1259682" y="547688"/>
            <a:ext cx="15773400" cy="1988700"/>
          </a:xfrm>
          <a:prstGeom prst="rect">
            <a:avLst/>
          </a:prstGeom>
          <a:noFill/>
          <a:ln>
            <a:noFill/>
          </a:ln>
        </p:spPr>
        <p:txBody>
          <a:bodyPr spcFirstLastPara="1" wrap="square" lIns="137150" tIns="68550" rIns="137150" bIns="68550" anchor="ctr" anchorCtr="0">
            <a:no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r>
              <a:rPr lang="de-DE"/>
              <a:t>Mastertitelformat bearbeiten</a:t>
            </a:r>
            <a:endParaRPr/>
          </a:p>
        </p:txBody>
      </p:sp>
      <p:sp>
        <p:nvSpPr>
          <p:cNvPr id="60" name="Google Shape;60;p21"/>
          <p:cNvSpPr txBox="1">
            <a:spLocks noGrp="1"/>
          </p:cNvSpPr>
          <p:nvPr>
            <p:ph type="body" idx="1"/>
          </p:nvPr>
        </p:nvSpPr>
        <p:spPr>
          <a:xfrm>
            <a:off x="1259682" y="2521745"/>
            <a:ext cx="7737000" cy="1235700"/>
          </a:xfrm>
          <a:prstGeom prst="rect">
            <a:avLst/>
          </a:prstGeom>
          <a:noFill/>
          <a:ln>
            <a:noFill/>
          </a:ln>
        </p:spPr>
        <p:txBody>
          <a:bodyPr spcFirstLastPara="1" wrap="square" lIns="137150" tIns="68550" rIns="137150" bIns="68550" anchor="b" anchorCtr="0">
            <a:noAutofit/>
          </a:bodyPr>
          <a:lstStyle>
            <a:lvl1pPr marL="457200" lvl="0" indent="-228600" algn="l">
              <a:lnSpc>
                <a:spcPct val="90000"/>
              </a:lnSpc>
              <a:spcBef>
                <a:spcPts val="1500"/>
              </a:spcBef>
              <a:spcAft>
                <a:spcPts val="0"/>
              </a:spcAft>
              <a:buClr>
                <a:schemeClr val="dk1"/>
              </a:buClr>
              <a:buSzPts val="3600"/>
              <a:buNone/>
              <a:defRPr sz="3600" b="1"/>
            </a:lvl1pPr>
            <a:lvl2pPr marL="914400" lvl="1" indent="-228600" algn="l">
              <a:lnSpc>
                <a:spcPct val="90000"/>
              </a:lnSpc>
              <a:spcBef>
                <a:spcPts val="800"/>
              </a:spcBef>
              <a:spcAft>
                <a:spcPts val="0"/>
              </a:spcAft>
              <a:buClr>
                <a:schemeClr val="dk1"/>
              </a:buClr>
              <a:buSzPts val="3000"/>
              <a:buNone/>
              <a:defRPr sz="3000" b="1"/>
            </a:lvl2pPr>
            <a:lvl3pPr marL="1371600" lvl="2" indent="-228600" algn="l">
              <a:lnSpc>
                <a:spcPct val="90000"/>
              </a:lnSpc>
              <a:spcBef>
                <a:spcPts val="800"/>
              </a:spcBef>
              <a:spcAft>
                <a:spcPts val="0"/>
              </a:spcAft>
              <a:buClr>
                <a:schemeClr val="dk1"/>
              </a:buClr>
              <a:buSzPts val="2700"/>
              <a:buNone/>
              <a:defRPr sz="2700" b="1"/>
            </a:lvl3pPr>
            <a:lvl4pPr marL="1828800" lvl="3" indent="-228600" algn="l">
              <a:lnSpc>
                <a:spcPct val="90000"/>
              </a:lnSpc>
              <a:spcBef>
                <a:spcPts val="800"/>
              </a:spcBef>
              <a:spcAft>
                <a:spcPts val="0"/>
              </a:spcAft>
              <a:buClr>
                <a:schemeClr val="dk1"/>
              </a:buClr>
              <a:buSzPts val="2400"/>
              <a:buNone/>
              <a:defRPr sz="2400" b="1"/>
            </a:lvl4pPr>
            <a:lvl5pPr marL="2286000" lvl="4" indent="-228600" algn="l">
              <a:lnSpc>
                <a:spcPct val="90000"/>
              </a:lnSpc>
              <a:spcBef>
                <a:spcPts val="800"/>
              </a:spcBef>
              <a:spcAft>
                <a:spcPts val="0"/>
              </a:spcAft>
              <a:buClr>
                <a:schemeClr val="dk1"/>
              </a:buClr>
              <a:buSzPts val="2400"/>
              <a:buNone/>
              <a:defRPr sz="2400" b="1"/>
            </a:lvl5pPr>
            <a:lvl6pPr marL="2743200" lvl="5" indent="-228600" algn="l">
              <a:lnSpc>
                <a:spcPct val="90000"/>
              </a:lnSpc>
              <a:spcBef>
                <a:spcPts val="800"/>
              </a:spcBef>
              <a:spcAft>
                <a:spcPts val="0"/>
              </a:spcAft>
              <a:buClr>
                <a:schemeClr val="dk1"/>
              </a:buClr>
              <a:buSzPts val="2400"/>
              <a:buNone/>
              <a:defRPr sz="2400" b="1"/>
            </a:lvl6pPr>
            <a:lvl7pPr marL="3200400" lvl="6" indent="-228600" algn="l">
              <a:lnSpc>
                <a:spcPct val="90000"/>
              </a:lnSpc>
              <a:spcBef>
                <a:spcPts val="800"/>
              </a:spcBef>
              <a:spcAft>
                <a:spcPts val="0"/>
              </a:spcAft>
              <a:buClr>
                <a:schemeClr val="dk1"/>
              </a:buClr>
              <a:buSzPts val="2400"/>
              <a:buNone/>
              <a:defRPr sz="2400" b="1"/>
            </a:lvl7pPr>
            <a:lvl8pPr marL="3657600" lvl="7" indent="-228600" algn="l">
              <a:lnSpc>
                <a:spcPct val="90000"/>
              </a:lnSpc>
              <a:spcBef>
                <a:spcPts val="800"/>
              </a:spcBef>
              <a:spcAft>
                <a:spcPts val="0"/>
              </a:spcAft>
              <a:buClr>
                <a:schemeClr val="dk1"/>
              </a:buClr>
              <a:buSzPts val="2400"/>
              <a:buNone/>
              <a:defRPr sz="2400" b="1"/>
            </a:lvl8pPr>
            <a:lvl9pPr marL="4114800" lvl="8" indent="-228600" algn="l">
              <a:lnSpc>
                <a:spcPct val="90000"/>
              </a:lnSpc>
              <a:spcBef>
                <a:spcPts val="800"/>
              </a:spcBef>
              <a:spcAft>
                <a:spcPts val="0"/>
              </a:spcAft>
              <a:buClr>
                <a:schemeClr val="dk1"/>
              </a:buClr>
              <a:buSzPts val="2400"/>
              <a:buNone/>
              <a:defRPr sz="2400" b="1"/>
            </a:lvl9pPr>
          </a:lstStyle>
          <a:p>
            <a:pPr lvl="0"/>
            <a:r>
              <a:rPr lang="de-DE"/>
              <a:t>Mastertextformat bearbeiten</a:t>
            </a:r>
          </a:p>
        </p:txBody>
      </p:sp>
      <p:sp>
        <p:nvSpPr>
          <p:cNvPr id="61" name="Google Shape;61;p21"/>
          <p:cNvSpPr txBox="1">
            <a:spLocks noGrp="1"/>
          </p:cNvSpPr>
          <p:nvPr>
            <p:ph type="body" idx="2"/>
          </p:nvPr>
        </p:nvSpPr>
        <p:spPr>
          <a:xfrm>
            <a:off x="1259682" y="3757613"/>
            <a:ext cx="7737000" cy="5526900"/>
          </a:xfrm>
          <a:prstGeom prst="rect">
            <a:avLst/>
          </a:prstGeom>
          <a:noFill/>
          <a:ln>
            <a:noFill/>
          </a:ln>
        </p:spPr>
        <p:txBody>
          <a:bodyPr spcFirstLastPara="1" wrap="square" lIns="137150" tIns="68550" rIns="137150" bIns="68550" anchor="t" anchorCtr="0">
            <a:noAutofit/>
          </a:bodyPr>
          <a:lstStyle>
            <a:lvl1pPr marL="457200" lvl="0" indent="-400050" algn="l">
              <a:lnSpc>
                <a:spcPct val="90000"/>
              </a:lnSpc>
              <a:spcBef>
                <a:spcPts val="1500"/>
              </a:spcBef>
              <a:spcAft>
                <a:spcPts val="0"/>
              </a:spcAft>
              <a:buClr>
                <a:schemeClr val="dk1"/>
              </a:buClr>
              <a:buSzPts val="2700"/>
              <a:buChar char="•"/>
              <a:defRPr/>
            </a:lvl1pPr>
            <a:lvl2pPr marL="914400" lvl="1" indent="-400050" algn="l">
              <a:lnSpc>
                <a:spcPct val="90000"/>
              </a:lnSpc>
              <a:spcBef>
                <a:spcPts val="800"/>
              </a:spcBef>
              <a:spcAft>
                <a:spcPts val="0"/>
              </a:spcAft>
              <a:buClr>
                <a:schemeClr val="dk1"/>
              </a:buClr>
              <a:buSzPts val="2700"/>
              <a:buChar char="•"/>
              <a:defRPr/>
            </a:lvl2pPr>
            <a:lvl3pPr marL="1371600" lvl="2" indent="-400050" algn="l">
              <a:lnSpc>
                <a:spcPct val="90000"/>
              </a:lnSpc>
              <a:spcBef>
                <a:spcPts val="800"/>
              </a:spcBef>
              <a:spcAft>
                <a:spcPts val="0"/>
              </a:spcAft>
              <a:buClr>
                <a:schemeClr val="dk1"/>
              </a:buClr>
              <a:buSzPts val="2700"/>
              <a:buChar char="•"/>
              <a:defRPr/>
            </a:lvl3pPr>
            <a:lvl4pPr marL="1828800" lvl="3" indent="-400050" algn="l">
              <a:lnSpc>
                <a:spcPct val="90000"/>
              </a:lnSpc>
              <a:spcBef>
                <a:spcPts val="800"/>
              </a:spcBef>
              <a:spcAft>
                <a:spcPts val="0"/>
              </a:spcAft>
              <a:buClr>
                <a:schemeClr val="dk1"/>
              </a:buClr>
              <a:buSzPts val="2700"/>
              <a:buChar char="•"/>
              <a:defRPr/>
            </a:lvl4pPr>
            <a:lvl5pPr marL="2286000" lvl="4" indent="-400050" algn="l">
              <a:lnSpc>
                <a:spcPct val="90000"/>
              </a:lnSpc>
              <a:spcBef>
                <a:spcPts val="800"/>
              </a:spcBef>
              <a:spcAft>
                <a:spcPts val="0"/>
              </a:spcAft>
              <a:buClr>
                <a:schemeClr val="dk1"/>
              </a:buClr>
              <a:buSzPts val="2700"/>
              <a:buChar char="•"/>
              <a:defRPr/>
            </a:lvl5pPr>
            <a:lvl6pPr marL="2743200" lvl="5" indent="-400050" algn="l">
              <a:lnSpc>
                <a:spcPct val="90000"/>
              </a:lnSpc>
              <a:spcBef>
                <a:spcPts val="800"/>
              </a:spcBef>
              <a:spcAft>
                <a:spcPts val="0"/>
              </a:spcAft>
              <a:buClr>
                <a:schemeClr val="dk1"/>
              </a:buClr>
              <a:buSzPts val="2700"/>
              <a:buChar char="•"/>
              <a:defRPr/>
            </a:lvl6pPr>
            <a:lvl7pPr marL="3200400" lvl="6" indent="-400050" algn="l">
              <a:lnSpc>
                <a:spcPct val="90000"/>
              </a:lnSpc>
              <a:spcBef>
                <a:spcPts val="800"/>
              </a:spcBef>
              <a:spcAft>
                <a:spcPts val="0"/>
              </a:spcAft>
              <a:buClr>
                <a:schemeClr val="dk1"/>
              </a:buClr>
              <a:buSzPts val="2700"/>
              <a:buChar char="•"/>
              <a:defRPr/>
            </a:lvl7pPr>
            <a:lvl8pPr marL="3657600" lvl="7" indent="-400050" algn="l">
              <a:lnSpc>
                <a:spcPct val="90000"/>
              </a:lnSpc>
              <a:spcBef>
                <a:spcPts val="800"/>
              </a:spcBef>
              <a:spcAft>
                <a:spcPts val="0"/>
              </a:spcAft>
              <a:buClr>
                <a:schemeClr val="dk1"/>
              </a:buClr>
              <a:buSzPts val="2700"/>
              <a:buChar char="•"/>
              <a:defRPr/>
            </a:lvl8pPr>
            <a:lvl9pPr marL="4114800" lvl="8" indent="-400050" algn="l">
              <a:lnSpc>
                <a:spcPct val="90000"/>
              </a:lnSpc>
              <a:spcBef>
                <a:spcPts val="800"/>
              </a:spcBef>
              <a:spcAft>
                <a:spcPts val="0"/>
              </a:spcAft>
              <a:buClr>
                <a:schemeClr val="dk1"/>
              </a:buClr>
              <a:buSzPts val="2700"/>
              <a:buChar char="•"/>
              <a:defRPr/>
            </a:lvl9pPr>
          </a:lstStyle>
          <a:p>
            <a:pPr lvl="0"/>
            <a:r>
              <a:rPr lang="de-DE"/>
              <a:t>Mastertextformat bearbeiten</a:t>
            </a:r>
          </a:p>
        </p:txBody>
      </p:sp>
      <p:sp>
        <p:nvSpPr>
          <p:cNvPr id="62" name="Google Shape;62;p21"/>
          <p:cNvSpPr txBox="1">
            <a:spLocks noGrp="1"/>
          </p:cNvSpPr>
          <p:nvPr>
            <p:ph type="body" idx="3"/>
          </p:nvPr>
        </p:nvSpPr>
        <p:spPr>
          <a:xfrm>
            <a:off x="9258300" y="2521745"/>
            <a:ext cx="7774500" cy="1235700"/>
          </a:xfrm>
          <a:prstGeom prst="rect">
            <a:avLst/>
          </a:prstGeom>
          <a:noFill/>
          <a:ln>
            <a:noFill/>
          </a:ln>
        </p:spPr>
        <p:txBody>
          <a:bodyPr spcFirstLastPara="1" wrap="square" lIns="137150" tIns="68550" rIns="137150" bIns="68550" anchor="b" anchorCtr="0">
            <a:noAutofit/>
          </a:bodyPr>
          <a:lstStyle>
            <a:lvl1pPr marL="457200" lvl="0" indent="-228600" algn="l">
              <a:lnSpc>
                <a:spcPct val="90000"/>
              </a:lnSpc>
              <a:spcBef>
                <a:spcPts val="1500"/>
              </a:spcBef>
              <a:spcAft>
                <a:spcPts val="0"/>
              </a:spcAft>
              <a:buClr>
                <a:schemeClr val="dk1"/>
              </a:buClr>
              <a:buSzPts val="3600"/>
              <a:buNone/>
              <a:defRPr sz="3600" b="1"/>
            </a:lvl1pPr>
            <a:lvl2pPr marL="914400" lvl="1" indent="-228600" algn="l">
              <a:lnSpc>
                <a:spcPct val="90000"/>
              </a:lnSpc>
              <a:spcBef>
                <a:spcPts val="800"/>
              </a:spcBef>
              <a:spcAft>
                <a:spcPts val="0"/>
              </a:spcAft>
              <a:buClr>
                <a:schemeClr val="dk1"/>
              </a:buClr>
              <a:buSzPts val="3000"/>
              <a:buNone/>
              <a:defRPr sz="3000" b="1"/>
            </a:lvl2pPr>
            <a:lvl3pPr marL="1371600" lvl="2" indent="-228600" algn="l">
              <a:lnSpc>
                <a:spcPct val="90000"/>
              </a:lnSpc>
              <a:spcBef>
                <a:spcPts val="800"/>
              </a:spcBef>
              <a:spcAft>
                <a:spcPts val="0"/>
              </a:spcAft>
              <a:buClr>
                <a:schemeClr val="dk1"/>
              </a:buClr>
              <a:buSzPts val="2700"/>
              <a:buNone/>
              <a:defRPr sz="2700" b="1"/>
            </a:lvl3pPr>
            <a:lvl4pPr marL="1828800" lvl="3" indent="-228600" algn="l">
              <a:lnSpc>
                <a:spcPct val="90000"/>
              </a:lnSpc>
              <a:spcBef>
                <a:spcPts val="800"/>
              </a:spcBef>
              <a:spcAft>
                <a:spcPts val="0"/>
              </a:spcAft>
              <a:buClr>
                <a:schemeClr val="dk1"/>
              </a:buClr>
              <a:buSzPts val="2400"/>
              <a:buNone/>
              <a:defRPr sz="2400" b="1"/>
            </a:lvl4pPr>
            <a:lvl5pPr marL="2286000" lvl="4" indent="-228600" algn="l">
              <a:lnSpc>
                <a:spcPct val="90000"/>
              </a:lnSpc>
              <a:spcBef>
                <a:spcPts val="800"/>
              </a:spcBef>
              <a:spcAft>
                <a:spcPts val="0"/>
              </a:spcAft>
              <a:buClr>
                <a:schemeClr val="dk1"/>
              </a:buClr>
              <a:buSzPts val="2400"/>
              <a:buNone/>
              <a:defRPr sz="2400" b="1"/>
            </a:lvl5pPr>
            <a:lvl6pPr marL="2743200" lvl="5" indent="-228600" algn="l">
              <a:lnSpc>
                <a:spcPct val="90000"/>
              </a:lnSpc>
              <a:spcBef>
                <a:spcPts val="800"/>
              </a:spcBef>
              <a:spcAft>
                <a:spcPts val="0"/>
              </a:spcAft>
              <a:buClr>
                <a:schemeClr val="dk1"/>
              </a:buClr>
              <a:buSzPts val="2400"/>
              <a:buNone/>
              <a:defRPr sz="2400" b="1"/>
            </a:lvl6pPr>
            <a:lvl7pPr marL="3200400" lvl="6" indent="-228600" algn="l">
              <a:lnSpc>
                <a:spcPct val="90000"/>
              </a:lnSpc>
              <a:spcBef>
                <a:spcPts val="800"/>
              </a:spcBef>
              <a:spcAft>
                <a:spcPts val="0"/>
              </a:spcAft>
              <a:buClr>
                <a:schemeClr val="dk1"/>
              </a:buClr>
              <a:buSzPts val="2400"/>
              <a:buNone/>
              <a:defRPr sz="2400" b="1"/>
            </a:lvl7pPr>
            <a:lvl8pPr marL="3657600" lvl="7" indent="-228600" algn="l">
              <a:lnSpc>
                <a:spcPct val="90000"/>
              </a:lnSpc>
              <a:spcBef>
                <a:spcPts val="800"/>
              </a:spcBef>
              <a:spcAft>
                <a:spcPts val="0"/>
              </a:spcAft>
              <a:buClr>
                <a:schemeClr val="dk1"/>
              </a:buClr>
              <a:buSzPts val="2400"/>
              <a:buNone/>
              <a:defRPr sz="2400" b="1"/>
            </a:lvl8pPr>
            <a:lvl9pPr marL="4114800" lvl="8" indent="-228600" algn="l">
              <a:lnSpc>
                <a:spcPct val="90000"/>
              </a:lnSpc>
              <a:spcBef>
                <a:spcPts val="800"/>
              </a:spcBef>
              <a:spcAft>
                <a:spcPts val="0"/>
              </a:spcAft>
              <a:buClr>
                <a:schemeClr val="dk1"/>
              </a:buClr>
              <a:buSzPts val="2400"/>
              <a:buNone/>
              <a:defRPr sz="2400" b="1"/>
            </a:lvl9pPr>
          </a:lstStyle>
          <a:p>
            <a:pPr lvl="0"/>
            <a:r>
              <a:rPr lang="de-DE"/>
              <a:t>Mastertextformat bearbeiten</a:t>
            </a:r>
          </a:p>
        </p:txBody>
      </p:sp>
      <p:sp>
        <p:nvSpPr>
          <p:cNvPr id="63" name="Google Shape;63;p21"/>
          <p:cNvSpPr txBox="1">
            <a:spLocks noGrp="1"/>
          </p:cNvSpPr>
          <p:nvPr>
            <p:ph type="body" idx="4"/>
          </p:nvPr>
        </p:nvSpPr>
        <p:spPr>
          <a:xfrm>
            <a:off x="9258300" y="3757613"/>
            <a:ext cx="7774500" cy="5526900"/>
          </a:xfrm>
          <a:prstGeom prst="rect">
            <a:avLst/>
          </a:prstGeom>
          <a:noFill/>
          <a:ln>
            <a:noFill/>
          </a:ln>
        </p:spPr>
        <p:txBody>
          <a:bodyPr spcFirstLastPara="1" wrap="square" lIns="137150" tIns="68550" rIns="137150" bIns="68550" anchor="t" anchorCtr="0">
            <a:noAutofit/>
          </a:bodyPr>
          <a:lstStyle>
            <a:lvl1pPr marL="457200" lvl="0" indent="-400050" algn="l">
              <a:lnSpc>
                <a:spcPct val="90000"/>
              </a:lnSpc>
              <a:spcBef>
                <a:spcPts val="1500"/>
              </a:spcBef>
              <a:spcAft>
                <a:spcPts val="0"/>
              </a:spcAft>
              <a:buClr>
                <a:schemeClr val="dk1"/>
              </a:buClr>
              <a:buSzPts val="2700"/>
              <a:buChar char="•"/>
              <a:defRPr/>
            </a:lvl1pPr>
            <a:lvl2pPr marL="914400" lvl="1" indent="-400050" algn="l">
              <a:lnSpc>
                <a:spcPct val="90000"/>
              </a:lnSpc>
              <a:spcBef>
                <a:spcPts val="800"/>
              </a:spcBef>
              <a:spcAft>
                <a:spcPts val="0"/>
              </a:spcAft>
              <a:buClr>
                <a:schemeClr val="dk1"/>
              </a:buClr>
              <a:buSzPts val="2700"/>
              <a:buChar char="•"/>
              <a:defRPr/>
            </a:lvl2pPr>
            <a:lvl3pPr marL="1371600" lvl="2" indent="-400050" algn="l">
              <a:lnSpc>
                <a:spcPct val="90000"/>
              </a:lnSpc>
              <a:spcBef>
                <a:spcPts val="800"/>
              </a:spcBef>
              <a:spcAft>
                <a:spcPts val="0"/>
              </a:spcAft>
              <a:buClr>
                <a:schemeClr val="dk1"/>
              </a:buClr>
              <a:buSzPts val="2700"/>
              <a:buChar char="•"/>
              <a:defRPr/>
            </a:lvl3pPr>
            <a:lvl4pPr marL="1828800" lvl="3" indent="-400050" algn="l">
              <a:lnSpc>
                <a:spcPct val="90000"/>
              </a:lnSpc>
              <a:spcBef>
                <a:spcPts val="800"/>
              </a:spcBef>
              <a:spcAft>
                <a:spcPts val="0"/>
              </a:spcAft>
              <a:buClr>
                <a:schemeClr val="dk1"/>
              </a:buClr>
              <a:buSzPts val="2700"/>
              <a:buChar char="•"/>
              <a:defRPr/>
            </a:lvl4pPr>
            <a:lvl5pPr marL="2286000" lvl="4" indent="-400050" algn="l">
              <a:lnSpc>
                <a:spcPct val="90000"/>
              </a:lnSpc>
              <a:spcBef>
                <a:spcPts val="800"/>
              </a:spcBef>
              <a:spcAft>
                <a:spcPts val="0"/>
              </a:spcAft>
              <a:buClr>
                <a:schemeClr val="dk1"/>
              </a:buClr>
              <a:buSzPts val="2700"/>
              <a:buChar char="•"/>
              <a:defRPr/>
            </a:lvl5pPr>
            <a:lvl6pPr marL="2743200" lvl="5" indent="-400050" algn="l">
              <a:lnSpc>
                <a:spcPct val="90000"/>
              </a:lnSpc>
              <a:spcBef>
                <a:spcPts val="800"/>
              </a:spcBef>
              <a:spcAft>
                <a:spcPts val="0"/>
              </a:spcAft>
              <a:buClr>
                <a:schemeClr val="dk1"/>
              </a:buClr>
              <a:buSzPts val="2700"/>
              <a:buChar char="•"/>
              <a:defRPr/>
            </a:lvl6pPr>
            <a:lvl7pPr marL="3200400" lvl="6" indent="-400050" algn="l">
              <a:lnSpc>
                <a:spcPct val="90000"/>
              </a:lnSpc>
              <a:spcBef>
                <a:spcPts val="800"/>
              </a:spcBef>
              <a:spcAft>
                <a:spcPts val="0"/>
              </a:spcAft>
              <a:buClr>
                <a:schemeClr val="dk1"/>
              </a:buClr>
              <a:buSzPts val="2700"/>
              <a:buChar char="•"/>
              <a:defRPr/>
            </a:lvl7pPr>
            <a:lvl8pPr marL="3657600" lvl="7" indent="-400050" algn="l">
              <a:lnSpc>
                <a:spcPct val="90000"/>
              </a:lnSpc>
              <a:spcBef>
                <a:spcPts val="800"/>
              </a:spcBef>
              <a:spcAft>
                <a:spcPts val="0"/>
              </a:spcAft>
              <a:buClr>
                <a:schemeClr val="dk1"/>
              </a:buClr>
              <a:buSzPts val="2700"/>
              <a:buChar char="•"/>
              <a:defRPr/>
            </a:lvl8pPr>
            <a:lvl9pPr marL="4114800" lvl="8" indent="-400050" algn="l">
              <a:lnSpc>
                <a:spcPct val="90000"/>
              </a:lnSpc>
              <a:spcBef>
                <a:spcPts val="800"/>
              </a:spcBef>
              <a:spcAft>
                <a:spcPts val="0"/>
              </a:spcAft>
              <a:buClr>
                <a:schemeClr val="dk1"/>
              </a:buClr>
              <a:buSzPts val="2700"/>
              <a:buChar char="•"/>
              <a:defRPr/>
            </a:lvl9pPr>
          </a:lstStyle>
          <a:p>
            <a:pPr lvl="0"/>
            <a:r>
              <a:rPr lang="de-DE"/>
              <a:t>Mastertextformat bearbeiten</a:t>
            </a:r>
          </a:p>
        </p:txBody>
      </p:sp>
      <p:sp>
        <p:nvSpPr>
          <p:cNvPr id="64" name="Google Shape;64;p21"/>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65" name="Google Shape;65;p21"/>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66" name="Google Shape;66;p21"/>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22"/>
          <p:cNvSpPr txBox="1">
            <a:spLocks noGrp="1"/>
          </p:cNvSpPr>
          <p:nvPr>
            <p:ph type="title"/>
          </p:nvPr>
        </p:nvSpPr>
        <p:spPr>
          <a:xfrm>
            <a:off x="1257300" y="547688"/>
            <a:ext cx="15773400" cy="1988700"/>
          </a:xfrm>
          <a:prstGeom prst="rect">
            <a:avLst/>
          </a:prstGeom>
          <a:noFill/>
          <a:ln>
            <a:noFill/>
          </a:ln>
        </p:spPr>
        <p:txBody>
          <a:bodyPr spcFirstLastPara="1" wrap="square" lIns="137150" tIns="68550" rIns="137150" bIns="68550" anchor="ctr" anchorCtr="0">
            <a:no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r>
              <a:rPr lang="de-DE"/>
              <a:t>Mastertitelformat bearbeiten</a:t>
            </a:r>
            <a:endParaRPr/>
          </a:p>
        </p:txBody>
      </p:sp>
      <p:sp>
        <p:nvSpPr>
          <p:cNvPr id="69" name="Google Shape;69;p22"/>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70" name="Google Shape;70;p22"/>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71" name="Google Shape;71;p22"/>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Leer">
    <p:spTree>
      <p:nvGrpSpPr>
        <p:cNvPr id="1" name="Shape 72"/>
        <p:cNvGrpSpPr/>
        <p:nvPr/>
      </p:nvGrpSpPr>
      <p:grpSpPr>
        <a:xfrm>
          <a:off x="0" y="0"/>
          <a:ext cx="0" cy="0"/>
          <a:chOff x="0" y="0"/>
          <a:chExt cx="0" cy="0"/>
        </a:xfrm>
      </p:grpSpPr>
      <p:sp>
        <p:nvSpPr>
          <p:cNvPr id="73" name="Google Shape;73;p23"/>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74" name="Google Shape;74;p23"/>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75" name="Google Shape;75;p23"/>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24"/>
          <p:cNvSpPr txBox="1">
            <a:spLocks noGrp="1"/>
          </p:cNvSpPr>
          <p:nvPr>
            <p:ph type="title"/>
          </p:nvPr>
        </p:nvSpPr>
        <p:spPr>
          <a:xfrm>
            <a:off x="1259682" y="685800"/>
            <a:ext cx="5898300" cy="2400300"/>
          </a:xfrm>
          <a:prstGeom prst="rect">
            <a:avLst/>
          </a:prstGeom>
          <a:noFill/>
          <a:ln>
            <a:noFill/>
          </a:ln>
        </p:spPr>
        <p:txBody>
          <a:bodyPr spcFirstLastPara="1" wrap="square" lIns="137150" tIns="68550" rIns="137150" bIns="68550" anchor="b" anchorCtr="0">
            <a:noAutofit/>
          </a:bodyPr>
          <a:lstStyle>
            <a:lvl1pPr lvl="0" algn="l">
              <a:lnSpc>
                <a:spcPct val="90000"/>
              </a:lnSpc>
              <a:spcBef>
                <a:spcPts val="0"/>
              </a:spcBef>
              <a:spcAft>
                <a:spcPts val="0"/>
              </a:spcAft>
              <a:buClr>
                <a:schemeClr val="dk1"/>
              </a:buClr>
              <a:buSzPts val="4800"/>
              <a:buFont typeface="Calibri"/>
              <a:buNone/>
              <a:defRPr sz="48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r>
              <a:rPr lang="de-DE"/>
              <a:t>Mastertitelformat bearbeiten</a:t>
            </a:r>
            <a:endParaRPr/>
          </a:p>
        </p:txBody>
      </p:sp>
      <p:sp>
        <p:nvSpPr>
          <p:cNvPr id="78" name="Google Shape;78;p24"/>
          <p:cNvSpPr txBox="1">
            <a:spLocks noGrp="1"/>
          </p:cNvSpPr>
          <p:nvPr>
            <p:ph type="body" idx="1"/>
          </p:nvPr>
        </p:nvSpPr>
        <p:spPr>
          <a:xfrm>
            <a:off x="7774782" y="1481138"/>
            <a:ext cx="9258300" cy="7310400"/>
          </a:xfrm>
          <a:prstGeom prst="rect">
            <a:avLst/>
          </a:prstGeom>
          <a:noFill/>
          <a:ln>
            <a:noFill/>
          </a:ln>
        </p:spPr>
        <p:txBody>
          <a:bodyPr spcFirstLastPara="1" wrap="square" lIns="137150" tIns="68550" rIns="137150" bIns="68550" anchor="t" anchorCtr="0">
            <a:noAutofit/>
          </a:bodyPr>
          <a:lstStyle>
            <a:lvl1pPr marL="457200" lvl="0" indent="-533400" algn="l">
              <a:lnSpc>
                <a:spcPct val="90000"/>
              </a:lnSpc>
              <a:spcBef>
                <a:spcPts val="1500"/>
              </a:spcBef>
              <a:spcAft>
                <a:spcPts val="0"/>
              </a:spcAft>
              <a:buClr>
                <a:schemeClr val="dk1"/>
              </a:buClr>
              <a:buSzPts val="4800"/>
              <a:buChar char="•"/>
              <a:defRPr sz="4800"/>
            </a:lvl1pPr>
            <a:lvl2pPr marL="914400" lvl="1" indent="-495300" algn="l">
              <a:lnSpc>
                <a:spcPct val="90000"/>
              </a:lnSpc>
              <a:spcBef>
                <a:spcPts val="800"/>
              </a:spcBef>
              <a:spcAft>
                <a:spcPts val="0"/>
              </a:spcAft>
              <a:buClr>
                <a:schemeClr val="dk1"/>
              </a:buClr>
              <a:buSzPts val="4200"/>
              <a:buChar char="•"/>
              <a:defRPr sz="4200"/>
            </a:lvl2pPr>
            <a:lvl3pPr marL="1371600" lvl="2" indent="-457200" algn="l">
              <a:lnSpc>
                <a:spcPct val="90000"/>
              </a:lnSpc>
              <a:spcBef>
                <a:spcPts val="800"/>
              </a:spcBef>
              <a:spcAft>
                <a:spcPts val="0"/>
              </a:spcAft>
              <a:buClr>
                <a:schemeClr val="dk1"/>
              </a:buClr>
              <a:buSzPts val="3600"/>
              <a:buChar char="•"/>
              <a:defRPr sz="3600"/>
            </a:lvl3pPr>
            <a:lvl4pPr marL="1828800" lvl="3" indent="-419100" algn="l">
              <a:lnSpc>
                <a:spcPct val="90000"/>
              </a:lnSpc>
              <a:spcBef>
                <a:spcPts val="800"/>
              </a:spcBef>
              <a:spcAft>
                <a:spcPts val="0"/>
              </a:spcAft>
              <a:buClr>
                <a:schemeClr val="dk1"/>
              </a:buClr>
              <a:buSzPts val="3000"/>
              <a:buChar char="•"/>
              <a:defRPr sz="3000"/>
            </a:lvl4pPr>
            <a:lvl5pPr marL="2286000" lvl="4" indent="-419100" algn="l">
              <a:lnSpc>
                <a:spcPct val="90000"/>
              </a:lnSpc>
              <a:spcBef>
                <a:spcPts val="800"/>
              </a:spcBef>
              <a:spcAft>
                <a:spcPts val="0"/>
              </a:spcAft>
              <a:buClr>
                <a:schemeClr val="dk1"/>
              </a:buClr>
              <a:buSzPts val="3000"/>
              <a:buChar char="•"/>
              <a:defRPr sz="3000"/>
            </a:lvl5pPr>
            <a:lvl6pPr marL="2743200" lvl="5" indent="-419100" algn="l">
              <a:lnSpc>
                <a:spcPct val="90000"/>
              </a:lnSpc>
              <a:spcBef>
                <a:spcPts val="800"/>
              </a:spcBef>
              <a:spcAft>
                <a:spcPts val="0"/>
              </a:spcAft>
              <a:buClr>
                <a:schemeClr val="dk1"/>
              </a:buClr>
              <a:buSzPts val="3000"/>
              <a:buChar char="•"/>
              <a:defRPr sz="3000"/>
            </a:lvl6pPr>
            <a:lvl7pPr marL="3200400" lvl="6" indent="-419100" algn="l">
              <a:lnSpc>
                <a:spcPct val="90000"/>
              </a:lnSpc>
              <a:spcBef>
                <a:spcPts val="800"/>
              </a:spcBef>
              <a:spcAft>
                <a:spcPts val="0"/>
              </a:spcAft>
              <a:buClr>
                <a:schemeClr val="dk1"/>
              </a:buClr>
              <a:buSzPts val="3000"/>
              <a:buChar char="•"/>
              <a:defRPr sz="3000"/>
            </a:lvl7pPr>
            <a:lvl8pPr marL="3657600" lvl="7" indent="-419100" algn="l">
              <a:lnSpc>
                <a:spcPct val="90000"/>
              </a:lnSpc>
              <a:spcBef>
                <a:spcPts val="800"/>
              </a:spcBef>
              <a:spcAft>
                <a:spcPts val="0"/>
              </a:spcAft>
              <a:buClr>
                <a:schemeClr val="dk1"/>
              </a:buClr>
              <a:buSzPts val="3000"/>
              <a:buChar char="•"/>
              <a:defRPr sz="3000"/>
            </a:lvl8pPr>
            <a:lvl9pPr marL="4114800" lvl="8" indent="-419100" algn="l">
              <a:lnSpc>
                <a:spcPct val="90000"/>
              </a:lnSpc>
              <a:spcBef>
                <a:spcPts val="800"/>
              </a:spcBef>
              <a:spcAft>
                <a:spcPts val="0"/>
              </a:spcAft>
              <a:buClr>
                <a:schemeClr val="dk1"/>
              </a:buClr>
              <a:buSzPts val="3000"/>
              <a:buChar char="•"/>
              <a:defRPr sz="3000"/>
            </a:lvl9pPr>
          </a:lstStyle>
          <a:p>
            <a:pPr lvl="0"/>
            <a:r>
              <a:rPr lang="de-DE"/>
              <a:t>Mastertextformat bearbeiten</a:t>
            </a:r>
          </a:p>
        </p:txBody>
      </p:sp>
      <p:sp>
        <p:nvSpPr>
          <p:cNvPr id="79" name="Google Shape;79;p24"/>
          <p:cNvSpPr txBox="1">
            <a:spLocks noGrp="1"/>
          </p:cNvSpPr>
          <p:nvPr>
            <p:ph type="body" idx="2"/>
          </p:nvPr>
        </p:nvSpPr>
        <p:spPr>
          <a:xfrm>
            <a:off x="1259682" y="3086100"/>
            <a:ext cx="5898300" cy="5717400"/>
          </a:xfrm>
          <a:prstGeom prst="rect">
            <a:avLst/>
          </a:prstGeom>
          <a:noFill/>
          <a:ln>
            <a:noFill/>
          </a:ln>
        </p:spPr>
        <p:txBody>
          <a:bodyPr spcFirstLastPara="1" wrap="square" lIns="137150" tIns="68550" rIns="137150" bIns="68550" anchor="t" anchorCtr="0">
            <a:noAutofit/>
          </a:bodyPr>
          <a:lstStyle>
            <a:lvl1pPr marL="457200" lvl="0" indent="-228600" algn="l">
              <a:lnSpc>
                <a:spcPct val="90000"/>
              </a:lnSpc>
              <a:spcBef>
                <a:spcPts val="1500"/>
              </a:spcBef>
              <a:spcAft>
                <a:spcPts val="0"/>
              </a:spcAft>
              <a:buClr>
                <a:schemeClr val="dk1"/>
              </a:buClr>
              <a:buSzPts val="2400"/>
              <a:buNone/>
              <a:defRPr sz="2400"/>
            </a:lvl1pPr>
            <a:lvl2pPr marL="914400" lvl="1" indent="-228600" algn="l">
              <a:lnSpc>
                <a:spcPct val="90000"/>
              </a:lnSpc>
              <a:spcBef>
                <a:spcPts val="800"/>
              </a:spcBef>
              <a:spcAft>
                <a:spcPts val="0"/>
              </a:spcAft>
              <a:buClr>
                <a:schemeClr val="dk1"/>
              </a:buClr>
              <a:buSzPts val="2100"/>
              <a:buNone/>
              <a:defRPr sz="2100"/>
            </a:lvl2pPr>
            <a:lvl3pPr marL="1371600" lvl="2" indent="-228600" algn="l">
              <a:lnSpc>
                <a:spcPct val="90000"/>
              </a:lnSpc>
              <a:spcBef>
                <a:spcPts val="800"/>
              </a:spcBef>
              <a:spcAft>
                <a:spcPts val="0"/>
              </a:spcAft>
              <a:buClr>
                <a:schemeClr val="dk1"/>
              </a:buClr>
              <a:buSzPts val="1800"/>
              <a:buNone/>
              <a:defRPr sz="1800"/>
            </a:lvl3pPr>
            <a:lvl4pPr marL="1828800" lvl="3" indent="-228600" algn="l">
              <a:lnSpc>
                <a:spcPct val="90000"/>
              </a:lnSpc>
              <a:spcBef>
                <a:spcPts val="800"/>
              </a:spcBef>
              <a:spcAft>
                <a:spcPts val="0"/>
              </a:spcAft>
              <a:buClr>
                <a:schemeClr val="dk1"/>
              </a:buClr>
              <a:buSzPts val="1500"/>
              <a:buNone/>
              <a:defRPr sz="1500"/>
            </a:lvl4pPr>
            <a:lvl5pPr marL="2286000" lvl="4" indent="-228600" algn="l">
              <a:lnSpc>
                <a:spcPct val="90000"/>
              </a:lnSpc>
              <a:spcBef>
                <a:spcPts val="800"/>
              </a:spcBef>
              <a:spcAft>
                <a:spcPts val="0"/>
              </a:spcAft>
              <a:buClr>
                <a:schemeClr val="dk1"/>
              </a:buClr>
              <a:buSzPts val="1500"/>
              <a:buNone/>
              <a:defRPr sz="1500"/>
            </a:lvl5pPr>
            <a:lvl6pPr marL="2743200" lvl="5" indent="-228600" algn="l">
              <a:lnSpc>
                <a:spcPct val="90000"/>
              </a:lnSpc>
              <a:spcBef>
                <a:spcPts val="800"/>
              </a:spcBef>
              <a:spcAft>
                <a:spcPts val="0"/>
              </a:spcAft>
              <a:buClr>
                <a:schemeClr val="dk1"/>
              </a:buClr>
              <a:buSzPts val="1500"/>
              <a:buNone/>
              <a:defRPr sz="1500"/>
            </a:lvl6pPr>
            <a:lvl7pPr marL="3200400" lvl="6" indent="-228600" algn="l">
              <a:lnSpc>
                <a:spcPct val="90000"/>
              </a:lnSpc>
              <a:spcBef>
                <a:spcPts val="800"/>
              </a:spcBef>
              <a:spcAft>
                <a:spcPts val="0"/>
              </a:spcAft>
              <a:buClr>
                <a:schemeClr val="dk1"/>
              </a:buClr>
              <a:buSzPts val="1500"/>
              <a:buNone/>
              <a:defRPr sz="1500"/>
            </a:lvl7pPr>
            <a:lvl8pPr marL="3657600" lvl="7" indent="-228600" algn="l">
              <a:lnSpc>
                <a:spcPct val="90000"/>
              </a:lnSpc>
              <a:spcBef>
                <a:spcPts val="800"/>
              </a:spcBef>
              <a:spcAft>
                <a:spcPts val="0"/>
              </a:spcAft>
              <a:buClr>
                <a:schemeClr val="dk1"/>
              </a:buClr>
              <a:buSzPts val="1500"/>
              <a:buNone/>
              <a:defRPr sz="1500"/>
            </a:lvl8pPr>
            <a:lvl9pPr marL="4114800" lvl="8" indent="-228600" algn="l">
              <a:lnSpc>
                <a:spcPct val="90000"/>
              </a:lnSpc>
              <a:spcBef>
                <a:spcPts val="800"/>
              </a:spcBef>
              <a:spcAft>
                <a:spcPts val="0"/>
              </a:spcAft>
              <a:buClr>
                <a:schemeClr val="dk1"/>
              </a:buClr>
              <a:buSzPts val="1500"/>
              <a:buNone/>
              <a:defRPr sz="1500"/>
            </a:lvl9pPr>
          </a:lstStyle>
          <a:p>
            <a:pPr lvl="0"/>
            <a:r>
              <a:rPr lang="de-DE"/>
              <a:t>Mastertextformat bearbeiten</a:t>
            </a:r>
          </a:p>
        </p:txBody>
      </p:sp>
      <p:sp>
        <p:nvSpPr>
          <p:cNvPr id="80" name="Google Shape;80;p24"/>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81" name="Google Shape;81;p24"/>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82" name="Google Shape;82;p24"/>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3"/>
        <p:cNvGrpSpPr/>
        <p:nvPr/>
      </p:nvGrpSpPr>
      <p:grpSpPr>
        <a:xfrm>
          <a:off x="0" y="0"/>
          <a:ext cx="0" cy="0"/>
          <a:chOff x="0" y="0"/>
          <a:chExt cx="0" cy="0"/>
        </a:xfrm>
      </p:grpSpPr>
      <p:sp>
        <p:nvSpPr>
          <p:cNvPr id="84" name="Google Shape;84;p25"/>
          <p:cNvSpPr txBox="1">
            <a:spLocks noGrp="1"/>
          </p:cNvSpPr>
          <p:nvPr>
            <p:ph type="title"/>
          </p:nvPr>
        </p:nvSpPr>
        <p:spPr>
          <a:xfrm>
            <a:off x="1259682" y="685800"/>
            <a:ext cx="5898300" cy="2400300"/>
          </a:xfrm>
          <a:prstGeom prst="rect">
            <a:avLst/>
          </a:prstGeom>
          <a:noFill/>
          <a:ln>
            <a:noFill/>
          </a:ln>
        </p:spPr>
        <p:txBody>
          <a:bodyPr spcFirstLastPara="1" wrap="square" lIns="137150" tIns="68550" rIns="137150" bIns="68550" anchor="b" anchorCtr="0">
            <a:noAutofit/>
          </a:bodyPr>
          <a:lstStyle>
            <a:lvl1pPr lvl="0" algn="l">
              <a:lnSpc>
                <a:spcPct val="90000"/>
              </a:lnSpc>
              <a:spcBef>
                <a:spcPts val="0"/>
              </a:spcBef>
              <a:spcAft>
                <a:spcPts val="0"/>
              </a:spcAft>
              <a:buClr>
                <a:schemeClr val="dk1"/>
              </a:buClr>
              <a:buSzPts val="4800"/>
              <a:buFont typeface="Calibri"/>
              <a:buNone/>
              <a:defRPr sz="48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r>
              <a:rPr lang="de-DE"/>
              <a:t>Mastertitelformat bearbeiten</a:t>
            </a:r>
            <a:endParaRPr/>
          </a:p>
        </p:txBody>
      </p:sp>
      <p:sp>
        <p:nvSpPr>
          <p:cNvPr id="85" name="Google Shape;85;p25"/>
          <p:cNvSpPr>
            <a:spLocks noGrp="1"/>
          </p:cNvSpPr>
          <p:nvPr>
            <p:ph type="pic" idx="2"/>
          </p:nvPr>
        </p:nvSpPr>
        <p:spPr>
          <a:xfrm>
            <a:off x="7774782" y="1481138"/>
            <a:ext cx="9258300" cy="7310400"/>
          </a:xfrm>
          <a:prstGeom prst="rect">
            <a:avLst/>
          </a:prstGeom>
          <a:noFill/>
          <a:ln>
            <a:noFill/>
          </a:ln>
        </p:spPr>
      </p:sp>
      <p:sp>
        <p:nvSpPr>
          <p:cNvPr id="86" name="Google Shape;86;p25"/>
          <p:cNvSpPr txBox="1">
            <a:spLocks noGrp="1"/>
          </p:cNvSpPr>
          <p:nvPr>
            <p:ph type="body" idx="1"/>
          </p:nvPr>
        </p:nvSpPr>
        <p:spPr>
          <a:xfrm>
            <a:off x="1259682" y="3086100"/>
            <a:ext cx="5898300" cy="5717400"/>
          </a:xfrm>
          <a:prstGeom prst="rect">
            <a:avLst/>
          </a:prstGeom>
          <a:noFill/>
          <a:ln>
            <a:noFill/>
          </a:ln>
        </p:spPr>
        <p:txBody>
          <a:bodyPr spcFirstLastPara="1" wrap="square" lIns="137150" tIns="68550" rIns="137150" bIns="68550" anchor="t" anchorCtr="0">
            <a:noAutofit/>
          </a:bodyPr>
          <a:lstStyle>
            <a:lvl1pPr marL="457200" lvl="0" indent="-228600" algn="l">
              <a:lnSpc>
                <a:spcPct val="90000"/>
              </a:lnSpc>
              <a:spcBef>
                <a:spcPts val="1500"/>
              </a:spcBef>
              <a:spcAft>
                <a:spcPts val="0"/>
              </a:spcAft>
              <a:buClr>
                <a:schemeClr val="dk1"/>
              </a:buClr>
              <a:buSzPts val="2400"/>
              <a:buNone/>
              <a:defRPr sz="2400"/>
            </a:lvl1pPr>
            <a:lvl2pPr marL="914400" lvl="1" indent="-228600" algn="l">
              <a:lnSpc>
                <a:spcPct val="90000"/>
              </a:lnSpc>
              <a:spcBef>
                <a:spcPts val="800"/>
              </a:spcBef>
              <a:spcAft>
                <a:spcPts val="0"/>
              </a:spcAft>
              <a:buClr>
                <a:schemeClr val="dk1"/>
              </a:buClr>
              <a:buSzPts val="2100"/>
              <a:buNone/>
              <a:defRPr sz="2100"/>
            </a:lvl2pPr>
            <a:lvl3pPr marL="1371600" lvl="2" indent="-228600" algn="l">
              <a:lnSpc>
                <a:spcPct val="90000"/>
              </a:lnSpc>
              <a:spcBef>
                <a:spcPts val="800"/>
              </a:spcBef>
              <a:spcAft>
                <a:spcPts val="0"/>
              </a:spcAft>
              <a:buClr>
                <a:schemeClr val="dk1"/>
              </a:buClr>
              <a:buSzPts val="1800"/>
              <a:buNone/>
              <a:defRPr sz="1800"/>
            </a:lvl3pPr>
            <a:lvl4pPr marL="1828800" lvl="3" indent="-228600" algn="l">
              <a:lnSpc>
                <a:spcPct val="90000"/>
              </a:lnSpc>
              <a:spcBef>
                <a:spcPts val="800"/>
              </a:spcBef>
              <a:spcAft>
                <a:spcPts val="0"/>
              </a:spcAft>
              <a:buClr>
                <a:schemeClr val="dk1"/>
              </a:buClr>
              <a:buSzPts val="1500"/>
              <a:buNone/>
              <a:defRPr sz="1500"/>
            </a:lvl4pPr>
            <a:lvl5pPr marL="2286000" lvl="4" indent="-228600" algn="l">
              <a:lnSpc>
                <a:spcPct val="90000"/>
              </a:lnSpc>
              <a:spcBef>
                <a:spcPts val="800"/>
              </a:spcBef>
              <a:spcAft>
                <a:spcPts val="0"/>
              </a:spcAft>
              <a:buClr>
                <a:schemeClr val="dk1"/>
              </a:buClr>
              <a:buSzPts val="1500"/>
              <a:buNone/>
              <a:defRPr sz="1500"/>
            </a:lvl5pPr>
            <a:lvl6pPr marL="2743200" lvl="5" indent="-228600" algn="l">
              <a:lnSpc>
                <a:spcPct val="90000"/>
              </a:lnSpc>
              <a:spcBef>
                <a:spcPts val="800"/>
              </a:spcBef>
              <a:spcAft>
                <a:spcPts val="0"/>
              </a:spcAft>
              <a:buClr>
                <a:schemeClr val="dk1"/>
              </a:buClr>
              <a:buSzPts val="1500"/>
              <a:buNone/>
              <a:defRPr sz="1500"/>
            </a:lvl6pPr>
            <a:lvl7pPr marL="3200400" lvl="6" indent="-228600" algn="l">
              <a:lnSpc>
                <a:spcPct val="90000"/>
              </a:lnSpc>
              <a:spcBef>
                <a:spcPts val="800"/>
              </a:spcBef>
              <a:spcAft>
                <a:spcPts val="0"/>
              </a:spcAft>
              <a:buClr>
                <a:schemeClr val="dk1"/>
              </a:buClr>
              <a:buSzPts val="1500"/>
              <a:buNone/>
              <a:defRPr sz="1500"/>
            </a:lvl7pPr>
            <a:lvl8pPr marL="3657600" lvl="7" indent="-228600" algn="l">
              <a:lnSpc>
                <a:spcPct val="90000"/>
              </a:lnSpc>
              <a:spcBef>
                <a:spcPts val="800"/>
              </a:spcBef>
              <a:spcAft>
                <a:spcPts val="0"/>
              </a:spcAft>
              <a:buClr>
                <a:schemeClr val="dk1"/>
              </a:buClr>
              <a:buSzPts val="1500"/>
              <a:buNone/>
              <a:defRPr sz="1500"/>
            </a:lvl8pPr>
            <a:lvl9pPr marL="4114800" lvl="8" indent="-228600" algn="l">
              <a:lnSpc>
                <a:spcPct val="90000"/>
              </a:lnSpc>
              <a:spcBef>
                <a:spcPts val="800"/>
              </a:spcBef>
              <a:spcAft>
                <a:spcPts val="0"/>
              </a:spcAft>
              <a:buClr>
                <a:schemeClr val="dk1"/>
              </a:buClr>
              <a:buSzPts val="1500"/>
              <a:buNone/>
              <a:defRPr sz="1500"/>
            </a:lvl9pPr>
          </a:lstStyle>
          <a:p>
            <a:pPr lvl="0"/>
            <a:r>
              <a:rPr lang="de-DE"/>
              <a:t>Mastertextformat bearbeiten</a:t>
            </a:r>
          </a:p>
        </p:txBody>
      </p:sp>
      <p:sp>
        <p:nvSpPr>
          <p:cNvPr id="87" name="Google Shape;87;p25"/>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88" name="Google Shape;88;p25"/>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89" name="Google Shape;89;p25"/>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0"/>
        <p:cNvGrpSpPr/>
        <p:nvPr/>
      </p:nvGrpSpPr>
      <p:grpSpPr>
        <a:xfrm>
          <a:off x="0" y="0"/>
          <a:ext cx="0" cy="0"/>
          <a:chOff x="0" y="0"/>
          <a:chExt cx="0" cy="0"/>
        </a:xfrm>
      </p:grpSpPr>
      <p:sp>
        <p:nvSpPr>
          <p:cNvPr id="91" name="Google Shape;91;p26"/>
          <p:cNvSpPr txBox="1">
            <a:spLocks noGrp="1"/>
          </p:cNvSpPr>
          <p:nvPr>
            <p:ph type="title"/>
          </p:nvPr>
        </p:nvSpPr>
        <p:spPr>
          <a:xfrm>
            <a:off x="1257300" y="547688"/>
            <a:ext cx="15773400" cy="1988700"/>
          </a:xfrm>
          <a:prstGeom prst="rect">
            <a:avLst/>
          </a:prstGeom>
          <a:noFill/>
          <a:ln>
            <a:noFill/>
          </a:ln>
        </p:spPr>
        <p:txBody>
          <a:bodyPr spcFirstLastPara="1" wrap="square" lIns="137150" tIns="68550" rIns="137150" bIns="68550" anchor="ctr" anchorCtr="0">
            <a:no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r>
              <a:rPr lang="de-DE"/>
              <a:t>Mastertitelformat bearbeiten</a:t>
            </a:r>
            <a:endParaRPr/>
          </a:p>
        </p:txBody>
      </p:sp>
      <p:sp>
        <p:nvSpPr>
          <p:cNvPr id="92" name="Google Shape;92;p26"/>
          <p:cNvSpPr txBox="1">
            <a:spLocks noGrp="1"/>
          </p:cNvSpPr>
          <p:nvPr>
            <p:ph type="body" idx="1"/>
          </p:nvPr>
        </p:nvSpPr>
        <p:spPr>
          <a:xfrm rot="5400000">
            <a:off x="5880600" y="-1884862"/>
            <a:ext cx="6526800" cy="15773400"/>
          </a:xfrm>
          <a:prstGeom prst="rect">
            <a:avLst/>
          </a:prstGeom>
          <a:noFill/>
          <a:ln>
            <a:noFill/>
          </a:ln>
        </p:spPr>
        <p:txBody>
          <a:bodyPr spcFirstLastPara="1" wrap="square" lIns="137150" tIns="68550" rIns="137150" bIns="68550" anchor="t" anchorCtr="0">
            <a:noAutofit/>
          </a:bodyPr>
          <a:lstStyle>
            <a:lvl1pPr marL="457200" lvl="0" indent="-400050" algn="l">
              <a:lnSpc>
                <a:spcPct val="90000"/>
              </a:lnSpc>
              <a:spcBef>
                <a:spcPts val="1500"/>
              </a:spcBef>
              <a:spcAft>
                <a:spcPts val="0"/>
              </a:spcAft>
              <a:buClr>
                <a:schemeClr val="dk1"/>
              </a:buClr>
              <a:buSzPts val="2700"/>
              <a:buChar char="•"/>
              <a:defRPr/>
            </a:lvl1pPr>
            <a:lvl2pPr marL="914400" lvl="1" indent="-400050" algn="l">
              <a:lnSpc>
                <a:spcPct val="90000"/>
              </a:lnSpc>
              <a:spcBef>
                <a:spcPts val="800"/>
              </a:spcBef>
              <a:spcAft>
                <a:spcPts val="0"/>
              </a:spcAft>
              <a:buClr>
                <a:schemeClr val="dk1"/>
              </a:buClr>
              <a:buSzPts val="2700"/>
              <a:buChar char="•"/>
              <a:defRPr/>
            </a:lvl2pPr>
            <a:lvl3pPr marL="1371600" lvl="2" indent="-400050" algn="l">
              <a:lnSpc>
                <a:spcPct val="90000"/>
              </a:lnSpc>
              <a:spcBef>
                <a:spcPts val="800"/>
              </a:spcBef>
              <a:spcAft>
                <a:spcPts val="0"/>
              </a:spcAft>
              <a:buClr>
                <a:schemeClr val="dk1"/>
              </a:buClr>
              <a:buSzPts val="2700"/>
              <a:buChar char="•"/>
              <a:defRPr/>
            </a:lvl3pPr>
            <a:lvl4pPr marL="1828800" lvl="3" indent="-400050" algn="l">
              <a:lnSpc>
                <a:spcPct val="90000"/>
              </a:lnSpc>
              <a:spcBef>
                <a:spcPts val="800"/>
              </a:spcBef>
              <a:spcAft>
                <a:spcPts val="0"/>
              </a:spcAft>
              <a:buClr>
                <a:schemeClr val="dk1"/>
              </a:buClr>
              <a:buSzPts val="2700"/>
              <a:buChar char="•"/>
              <a:defRPr/>
            </a:lvl4pPr>
            <a:lvl5pPr marL="2286000" lvl="4" indent="-400050" algn="l">
              <a:lnSpc>
                <a:spcPct val="90000"/>
              </a:lnSpc>
              <a:spcBef>
                <a:spcPts val="800"/>
              </a:spcBef>
              <a:spcAft>
                <a:spcPts val="0"/>
              </a:spcAft>
              <a:buClr>
                <a:schemeClr val="dk1"/>
              </a:buClr>
              <a:buSzPts val="2700"/>
              <a:buChar char="•"/>
              <a:defRPr/>
            </a:lvl5pPr>
            <a:lvl6pPr marL="2743200" lvl="5" indent="-400050" algn="l">
              <a:lnSpc>
                <a:spcPct val="90000"/>
              </a:lnSpc>
              <a:spcBef>
                <a:spcPts val="800"/>
              </a:spcBef>
              <a:spcAft>
                <a:spcPts val="0"/>
              </a:spcAft>
              <a:buClr>
                <a:schemeClr val="dk1"/>
              </a:buClr>
              <a:buSzPts val="2700"/>
              <a:buChar char="•"/>
              <a:defRPr/>
            </a:lvl6pPr>
            <a:lvl7pPr marL="3200400" lvl="6" indent="-400050" algn="l">
              <a:lnSpc>
                <a:spcPct val="90000"/>
              </a:lnSpc>
              <a:spcBef>
                <a:spcPts val="800"/>
              </a:spcBef>
              <a:spcAft>
                <a:spcPts val="0"/>
              </a:spcAft>
              <a:buClr>
                <a:schemeClr val="dk1"/>
              </a:buClr>
              <a:buSzPts val="2700"/>
              <a:buChar char="•"/>
              <a:defRPr/>
            </a:lvl7pPr>
            <a:lvl8pPr marL="3657600" lvl="7" indent="-400050" algn="l">
              <a:lnSpc>
                <a:spcPct val="90000"/>
              </a:lnSpc>
              <a:spcBef>
                <a:spcPts val="800"/>
              </a:spcBef>
              <a:spcAft>
                <a:spcPts val="0"/>
              </a:spcAft>
              <a:buClr>
                <a:schemeClr val="dk1"/>
              </a:buClr>
              <a:buSzPts val="2700"/>
              <a:buChar char="•"/>
              <a:defRPr/>
            </a:lvl8pPr>
            <a:lvl9pPr marL="4114800" lvl="8" indent="-400050" algn="l">
              <a:lnSpc>
                <a:spcPct val="90000"/>
              </a:lnSpc>
              <a:spcBef>
                <a:spcPts val="800"/>
              </a:spcBef>
              <a:spcAft>
                <a:spcPts val="0"/>
              </a:spcAft>
              <a:buClr>
                <a:schemeClr val="dk1"/>
              </a:buClr>
              <a:buSzPts val="2700"/>
              <a:buChar char="•"/>
              <a:defRPr/>
            </a:lvl9pPr>
          </a:lstStyle>
          <a:p>
            <a:pPr lvl="0"/>
            <a:r>
              <a:rPr lang="de-DE"/>
              <a:t>Mastertextformat bearbeiten</a:t>
            </a:r>
          </a:p>
        </p:txBody>
      </p:sp>
      <p:sp>
        <p:nvSpPr>
          <p:cNvPr id="93" name="Google Shape;93;p26"/>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94" name="Google Shape;94;p26"/>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95" name="Google Shape;95;p26"/>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6"/>
        <p:cNvGrpSpPr/>
        <p:nvPr/>
      </p:nvGrpSpPr>
      <p:grpSpPr>
        <a:xfrm>
          <a:off x="0" y="0"/>
          <a:ext cx="0" cy="0"/>
          <a:chOff x="0" y="0"/>
          <a:chExt cx="0" cy="0"/>
        </a:xfrm>
      </p:grpSpPr>
      <p:sp>
        <p:nvSpPr>
          <p:cNvPr id="97" name="Google Shape;97;p27"/>
          <p:cNvSpPr txBox="1">
            <a:spLocks noGrp="1"/>
          </p:cNvSpPr>
          <p:nvPr>
            <p:ph type="title"/>
          </p:nvPr>
        </p:nvSpPr>
        <p:spPr>
          <a:xfrm rot="5400000">
            <a:off x="10700250" y="2934938"/>
            <a:ext cx="8717700" cy="3943200"/>
          </a:xfrm>
          <a:prstGeom prst="rect">
            <a:avLst/>
          </a:prstGeom>
          <a:noFill/>
          <a:ln>
            <a:noFill/>
          </a:ln>
        </p:spPr>
        <p:txBody>
          <a:bodyPr spcFirstLastPara="1" wrap="square" lIns="137150" tIns="68550" rIns="137150" bIns="68550" anchor="ctr" anchorCtr="0">
            <a:no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r>
              <a:rPr lang="de-DE"/>
              <a:t>Mastertitelformat bearbeiten</a:t>
            </a:r>
            <a:endParaRPr/>
          </a:p>
        </p:txBody>
      </p:sp>
      <p:sp>
        <p:nvSpPr>
          <p:cNvPr id="98" name="Google Shape;98;p27"/>
          <p:cNvSpPr txBox="1">
            <a:spLocks noGrp="1"/>
          </p:cNvSpPr>
          <p:nvPr>
            <p:ph type="body" idx="1"/>
          </p:nvPr>
        </p:nvSpPr>
        <p:spPr>
          <a:xfrm rot="5400000">
            <a:off x="2699250" y="-894112"/>
            <a:ext cx="8717700" cy="11601300"/>
          </a:xfrm>
          <a:prstGeom prst="rect">
            <a:avLst/>
          </a:prstGeom>
          <a:noFill/>
          <a:ln>
            <a:noFill/>
          </a:ln>
        </p:spPr>
        <p:txBody>
          <a:bodyPr spcFirstLastPara="1" wrap="square" lIns="137150" tIns="68550" rIns="137150" bIns="68550" anchor="t" anchorCtr="0">
            <a:noAutofit/>
          </a:bodyPr>
          <a:lstStyle>
            <a:lvl1pPr marL="457200" lvl="0" indent="-400050" algn="l">
              <a:lnSpc>
                <a:spcPct val="90000"/>
              </a:lnSpc>
              <a:spcBef>
                <a:spcPts val="1500"/>
              </a:spcBef>
              <a:spcAft>
                <a:spcPts val="0"/>
              </a:spcAft>
              <a:buClr>
                <a:schemeClr val="dk1"/>
              </a:buClr>
              <a:buSzPts val="2700"/>
              <a:buChar char="•"/>
              <a:defRPr/>
            </a:lvl1pPr>
            <a:lvl2pPr marL="914400" lvl="1" indent="-400050" algn="l">
              <a:lnSpc>
                <a:spcPct val="90000"/>
              </a:lnSpc>
              <a:spcBef>
                <a:spcPts val="800"/>
              </a:spcBef>
              <a:spcAft>
                <a:spcPts val="0"/>
              </a:spcAft>
              <a:buClr>
                <a:schemeClr val="dk1"/>
              </a:buClr>
              <a:buSzPts val="2700"/>
              <a:buChar char="•"/>
              <a:defRPr/>
            </a:lvl2pPr>
            <a:lvl3pPr marL="1371600" lvl="2" indent="-400050" algn="l">
              <a:lnSpc>
                <a:spcPct val="90000"/>
              </a:lnSpc>
              <a:spcBef>
                <a:spcPts val="800"/>
              </a:spcBef>
              <a:spcAft>
                <a:spcPts val="0"/>
              </a:spcAft>
              <a:buClr>
                <a:schemeClr val="dk1"/>
              </a:buClr>
              <a:buSzPts val="2700"/>
              <a:buChar char="•"/>
              <a:defRPr/>
            </a:lvl3pPr>
            <a:lvl4pPr marL="1828800" lvl="3" indent="-400050" algn="l">
              <a:lnSpc>
                <a:spcPct val="90000"/>
              </a:lnSpc>
              <a:spcBef>
                <a:spcPts val="800"/>
              </a:spcBef>
              <a:spcAft>
                <a:spcPts val="0"/>
              </a:spcAft>
              <a:buClr>
                <a:schemeClr val="dk1"/>
              </a:buClr>
              <a:buSzPts val="2700"/>
              <a:buChar char="•"/>
              <a:defRPr/>
            </a:lvl4pPr>
            <a:lvl5pPr marL="2286000" lvl="4" indent="-400050" algn="l">
              <a:lnSpc>
                <a:spcPct val="90000"/>
              </a:lnSpc>
              <a:spcBef>
                <a:spcPts val="800"/>
              </a:spcBef>
              <a:spcAft>
                <a:spcPts val="0"/>
              </a:spcAft>
              <a:buClr>
                <a:schemeClr val="dk1"/>
              </a:buClr>
              <a:buSzPts val="2700"/>
              <a:buChar char="•"/>
              <a:defRPr/>
            </a:lvl5pPr>
            <a:lvl6pPr marL="2743200" lvl="5" indent="-400050" algn="l">
              <a:lnSpc>
                <a:spcPct val="90000"/>
              </a:lnSpc>
              <a:spcBef>
                <a:spcPts val="800"/>
              </a:spcBef>
              <a:spcAft>
                <a:spcPts val="0"/>
              </a:spcAft>
              <a:buClr>
                <a:schemeClr val="dk1"/>
              </a:buClr>
              <a:buSzPts val="2700"/>
              <a:buChar char="•"/>
              <a:defRPr/>
            </a:lvl6pPr>
            <a:lvl7pPr marL="3200400" lvl="6" indent="-400050" algn="l">
              <a:lnSpc>
                <a:spcPct val="90000"/>
              </a:lnSpc>
              <a:spcBef>
                <a:spcPts val="800"/>
              </a:spcBef>
              <a:spcAft>
                <a:spcPts val="0"/>
              </a:spcAft>
              <a:buClr>
                <a:schemeClr val="dk1"/>
              </a:buClr>
              <a:buSzPts val="2700"/>
              <a:buChar char="•"/>
              <a:defRPr/>
            </a:lvl7pPr>
            <a:lvl8pPr marL="3657600" lvl="7" indent="-400050" algn="l">
              <a:lnSpc>
                <a:spcPct val="90000"/>
              </a:lnSpc>
              <a:spcBef>
                <a:spcPts val="800"/>
              </a:spcBef>
              <a:spcAft>
                <a:spcPts val="0"/>
              </a:spcAft>
              <a:buClr>
                <a:schemeClr val="dk1"/>
              </a:buClr>
              <a:buSzPts val="2700"/>
              <a:buChar char="•"/>
              <a:defRPr/>
            </a:lvl8pPr>
            <a:lvl9pPr marL="4114800" lvl="8" indent="-400050" algn="l">
              <a:lnSpc>
                <a:spcPct val="90000"/>
              </a:lnSpc>
              <a:spcBef>
                <a:spcPts val="800"/>
              </a:spcBef>
              <a:spcAft>
                <a:spcPts val="0"/>
              </a:spcAft>
              <a:buClr>
                <a:schemeClr val="dk1"/>
              </a:buClr>
              <a:buSzPts val="2700"/>
              <a:buChar char="•"/>
              <a:defRPr/>
            </a:lvl9pPr>
          </a:lstStyle>
          <a:p>
            <a:pPr lvl="0"/>
            <a:r>
              <a:rPr lang="de-DE"/>
              <a:t>Mastertextformat bearbeiten</a:t>
            </a:r>
          </a:p>
        </p:txBody>
      </p:sp>
      <p:sp>
        <p:nvSpPr>
          <p:cNvPr id="99" name="Google Shape;99;p27"/>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100" name="Google Shape;100;p27"/>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101" name="Google Shape;101;p27"/>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1257300" y="547688"/>
            <a:ext cx="15773400" cy="1988700"/>
          </a:xfrm>
          <a:prstGeom prst="rect">
            <a:avLst/>
          </a:prstGeom>
          <a:noFill/>
          <a:ln>
            <a:noFill/>
          </a:ln>
        </p:spPr>
        <p:txBody>
          <a:bodyPr spcFirstLastPara="1" wrap="square" lIns="137150" tIns="68550" rIns="137150" bIns="68550" anchor="ctr" anchorCtr="0">
            <a:noAutofit/>
          </a:bodyPr>
          <a:lstStyle>
            <a:lvl1pPr marR="0" lvl="0" algn="l" rtl="0">
              <a:lnSpc>
                <a:spcPct val="90000"/>
              </a:lnSpc>
              <a:spcBef>
                <a:spcPts val="0"/>
              </a:spcBef>
              <a:spcAft>
                <a:spcPts val="0"/>
              </a:spcAft>
              <a:buClr>
                <a:schemeClr val="dk1"/>
              </a:buClr>
              <a:buSzPts val="6600"/>
              <a:buFont typeface="Calibri"/>
              <a:buNone/>
              <a:defRPr sz="66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9pPr>
          </a:lstStyle>
          <a:p>
            <a:endParaRPr/>
          </a:p>
        </p:txBody>
      </p:sp>
      <p:sp>
        <p:nvSpPr>
          <p:cNvPr id="11" name="Google Shape;11;p12"/>
          <p:cNvSpPr txBox="1">
            <a:spLocks noGrp="1"/>
          </p:cNvSpPr>
          <p:nvPr>
            <p:ph type="body" idx="1"/>
          </p:nvPr>
        </p:nvSpPr>
        <p:spPr>
          <a:xfrm>
            <a:off x="1257300" y="2738438"/>
            <a:ext cx="15773400" cy="6526800"/>
          </a:xfrm>
          <a:prstGeom prst="rect">
            <a:avLst/>
          </a:prstGeom>
          <a:noFill/>
          <a:ln>
            <a:noFill/>
          </a:ln>
        </p:spPr>
        <p:txBody>
          <a:bodyPr spcFirstLastPara="1" wrap="square" lIns="137150" tIns="68550" rIns="137150" bIns="68550" anchor="t" anchorCtr="0">
            <a:noAutofit/>
          </a:bodyPr>
          <a:lstStyle>
            <a:lvl1pPr marL="457200" marR="0" lvl="0" indent="-495300" algn="l" rtl="0">
              <a:lnSpc>
                <a:spcPct val="90000"/>
              </a:lnSpc>
              <a:spcBef>
                <a:spcPts val="1500"/>
              </a:spcBef>
              <a:spcAft>
                <a:spcPts val="0"/>
              </a:spcAft>
              <a:buClr>
                <a:schemeClr val="dk1"/>
              </a:buClr>
              <a:buSzPts val="4200"/>
              <a:buFont typeface="Arial"/>
              <a:buChar char="•"/>
              <a:defRPr sz="4200" b="0" i="0" u="none" strike="noStrike" cap="none">
                <a:solidFill>
                  <a:schemeClr val="dk1"/>
                </a:solidFill>
                <a:latin typeface="Calibri"/>
                <a:ea typeface="Calibri"/>
                <a:cs typeface="Calibri"/>
                <a:sym typeface="Calibri"/>
              </a:defRPr>
            </a:lvl1pPr>
            <a:lvl2pPr marL="914400" marR="0" lvl="1" indent="-457200" algn="l" rtl="0">
              <a:lnSpc>
                <a:spcPct val="90000"/>
              </a:lnSpc>
              <a:spcBef>
                <a:spcPts val="80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2pPr>
            <a:lvl3pPr marL="1371600" marR="0" lvl="2" indent="-419100" algn="l" rtl="0">
              <a:lnSpc>
                <a:spcPct val="90000"/>
              </a:lnSpc>
              <a:spcBef>
                <a:spcPts val="800"/>
              </a:spcBef>
              <a:spcAft>
                <a:spcPts val="0"/>
              </a:spcAft>
              <a:buClr>
                <a:schemeClr val="dk1"/>
              </a:buClr>
              <a:buSzPts val="3000"/>
              <a:buFont typeface="Arial"/>
              <a:buChar char="•"/>
              <a:defRPr sz="3000" b="0" i="0" u="none" strike="noStrike" cap="none">
                <a:solidFill>
                  <a:schemeClr val="dk1"/>
                </a:solidFill>
                <a:latin typeface="Calibri"/>
                <a:ea typeface="Calibri"/>
                <a:cs typeface="Calibri"/>
                <a:sym typeface="Calibri"/>
              </a:defRPr>
            </a:lvl3pPr>
            <a:lvl4pPr marL="1828800" marR="0" lvl="3" indent="-400050" algn="l" rtl="0">
              <a:lnSpc>
                <a:spcPct val="90000"/>
              </a:lnSpc>
              <a:spcBef>
                <a:spcPts val="8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4pPr>
            <a:lvl5pPr marL="2286000" marR="0" lvl="4" indent="-400050" algn="l" rtl="0">
              <a:lnSpc>
                <a:spcPct val="90000"/>
              </a:lnSpc>
              <a:spcBef>
                <a:spcPts val="8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5pPr>
            <a:lvl6pPr marL="2743200" marR="0" lvl="5" indent="-400050" algn="l" rtl="0">
              <a:lnSpc>
                <a:spcPct val="90000"/>
              </a:lnSpc>
              <a:spcBef>
                <a:spcPts val="8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lnSpc>
                <a:spcPct val="90000"/>
              </a:lnSpc>
              <a:spcBef>
                <a:spcPts val="8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lnSpc>
                <a:spcPct val="90000"/>
              </a:lnSpc>
              <a:spcBef>
                <a:spcPts val="8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lnSpc>
                <a:spcPct val="90000"/>
              </a:lnSpc>
              <a:spcBef>
                <a:spcPts val="8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2" name="Google Shape;12;p12"/>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marR="0" lvl="0" algn="l" rtl="0">
              <a:lnSpc>
                <a:spcPct val="100000"/>
              </a:lnSpc>
              <a:spcBef>
                <a:spcPts val="0"/>
              </a:spcBef>
              <a:spcAft>
                <a:spcPts val="0"/>
              </a:spcAft>
              <a:buClr>
                <a:srgbClr val="000000"/>
              </a:buClr>
              <a:buSzPts val="21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9pPr>
          </a:lstStyle>
          <a:p>
            <a:endParaRPr/>
          </a:p>
        </p:txBody>
      </p:sp>
      <p:sp>
        <p:nvSpPr>
          <p:cNvPr id="13" name="Google Shape;13;p12"/>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marR="0" lvl="0" algn="ctr" rtl="0">
              <a:lnSpc>
                <a:spcPct val="100000"/>
              </a:lnSpc>
              <a:spcBef>
                <a:spcPts val="0"/>
              </a:spcBef>
              <a:spcAft>
                <a:spcPts val="0"/>
              </a:spcAft>
              <a:buClr>
                <a:srgbClr val="000000"/>
              </a:buClr>
              <a:buSzPts val="21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9pPr>
          </a:lstStyle>
          <a:p>
            <a:endParaRPr/>
          </a:p>
        </p:txBody>
      </p:sp>
      <p:sp>
        <p:nvSpPr>
          <p:cNvPr id="14" name="Google Shape;14;p12"/>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‹Nr.›</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mc:AlternateContent xmlns:mc="http://schemas.openxmlformats.org/markup-compatibility/2006" xmlns:p14="http://schemas.microsoft.com/office/powerpoint/2010/main">
    <mc:Choice Requires="p14">
      <p:transition spd="slow" p14:dur="1500">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comments" Target="../comments/commen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comments" Target="../comments/commen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comments" Target="../comments/comment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comments" Target="../comments/comment4.xml"/><Relationship Id="rId5" Type="http://schemas.openxmlformats.org/officeDocument/2006/relationships/image" Target="../media/image14.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7"/>
        <p:cNvGrpSpPr/>
        <p:nvPr/>
      </p:nvGrpSpPr>
      <p:grpSpPr>
        <a:xfrm>
          <a:off x="0" y="0"/>
          <a:ext cx="0" cy="0"/>
          <a:chOff x="0" y="0"/>
          <a:chExt cx="0" cy="0"/>
        </a:xfrm>
      </p:grpSpPr>
      <p:sp>
        <p:nvSpPr>
          <p:cNvPr id="118" name="Google Shape;118;p1"/>
          <p:cNvSpPr txBox="1"/>
          <p:nvPr/>
        </p:nvSpPr>
        <p:spPr>
          <a:xfrm>
            <a:off x="1416851" y="3738208"/>
            <a:ext cx="8776200" cy="5424900"/>
          </a:xfrm>
          <a:prstGeom prst="rect">
            <a:avLst/>
          </a:prstGeom>
          <a:noFill/>
          <a:ln>
            <a:noFill/>
          </a:ln>
        </p:spPr>
        <p:txBody>
          <a:bodyPr spcFirstLastPara="1" wrap="square" lIns="137150" tIns="68550" rIns="137150" bIns="68550" anchor="t" anchorCtr="0">
            <a:noAutofit/>
          </a:bodyPr>
          <a:lstStyle/>
          <a:p>
            <a:pPr lvl="0">
              <a:spcBef>
                <a:spcPts val="1000"/>
              </a:spcBef>
              <a:buClr>
                <a:srgbClr val="888A9C"/>
              </a:buClr>
              <a:buSzPts val="4800"/>
            </a:pPr>
            <a:r>
              <a:rPr lang="de-DE" sz="3200" b="1" dirty="0" err="1">
                <a:solidFill>
                  <a:schemeClr val="dk1"/>
                </a:solidFill>
                <a:latin typeface="Lato" panose="020F0502020204030203" pitchFamily="34" charset="0"/>
                <a:ea typeface="Lato" panose="020F0502020204030203" pitchFamily="34" charset="0"/>
                <a:cs typeface="Lato" panose="020F0502020204030203" pitchFamily="34" charset="0"/>
                <a:sym typeface="Proxima Nova"/>
              </a:rPr>
              <a:t>Scalp</a:t>
            </a:r>
            <a:r>
              <a:rPr lang="de-DE" sz="3200" b="1" dirty="0">
                <a:solidFill>
                  <a:schemeClr val="dk1"/>
                </a:solidFill>
                <a:latin typeface="Lato" panose="020F0502020204030203" pitchFamily="34" charset="0"/>
                <a:ea typeface="Lato" panose="020F0502020204030203" pitchFamily="34" charset="0"/>
                <a:cs typeface="Lato" panose="020F0502020204030203" pitchFamily="34" charset="0"/>
                <a:sym typeface="Proxima Nova"/>
              </a:rPr>
              <a:t>: Gap Give and GO </a:t>
            </a:r>
          </a:p>
          <a:p>
            <a:pPr lvl="0">
              <a:spcBef>
                <a:spcPts val="1000"/>
              </a:spcBef>
              <a:buClr>
                <a:srgbClr val="888A9C"/>
              </a:buClr>
              <a:buSzPts val="4800"/>
            </a:pPr>
            <a:r>
              <a:rPr lang="de-DE" sz="3200" b="1" i="0" u="none" strike="noStrike" cap="none" dirty="0">
                <a:solidFill>
                  <a:schemeClr val="dk1"/>
                </a:solidFill>
                <a:latin typeface="Lato" panose="020F0502020204030203" pitchFamily="34" charset="0"/>
                <a:ea typeface="Lato" panose="020F0502020204030203" pitchFamily="34" charset="0"/>
                <a:cs typeface="Lato" panose="020F0502020204030203" pitchFamily="34" charset="0"/>
                <a:sym typeface="Proxima Nova"/>
              </a:rPr>
              <a:t>Setup: </a:t>
            </a:r>
            <a:r>
              <a:rPr lang="de-DE" sz="3200" b="1" dirty="0">
                <a:solidFill>
                  <a:schemeClr val="dk1"/>
                </a:solidFill>
                <a:latin typeface="Lato" panose="020F0502020204030203" pitchFamily="34" charset="0"/>
                <a:ea typeface="Lato" panose="020F0502020204030203" pitchFamily="34" charset="0"/>
                <a:cs typeface="Lato" panose="020F0502020204030203" pitchFamily="34" charset="0"/>
                <a:sym typeface="Proxima Nova"/>
              </a:rPr>
              <a:t>Gap &amp; Go</a:t>
            </a:r>
            <a:endParaRPr lang="de-DE" sz="3200" b="1" i="0" u="none" strike="noStrike" cap="none" dirty="0">
              <a:solidFill>
                <a:schemeClr val="dk1"/>
              </a:solidFill>
              <a:latin typeface="Lato" panose="020F0502020204030203" pitchFamily="34" charset="0"/>
              <a:ea typeface="Lato" panose="020F0502020204030203" pitchFamily="34" charset="0"/>
              <a:cs typeface="Lato" panose="020F0502020204030203" pitchFamily="34" charset="0"/>
              <a:sym typeface="Proxima Nova"/>
            </a:endParaRPr>
          </a:p>
          <a:p>
            <a:pPr marL="0" marR="0" lvl="0" indent="0" algn="l" rtl="0">
              <a:lnSpc>
                <a:spcPct val="100000"/>
              </a:lnSpc>
              <a:spcBef>
                <a:spcPts val="1000"/>
              </a:spcBef>
              <a:spcAft>
                <a:spcPts val="0"/>
              </a:spcAft>
              <a:buClr>
                <a:srgbClr val="888A9C"/>
              </a:buClr>
              <a:buSzPts val="4800"/>
              <a:buFont typeface="Arial"/>
              <a:buNone/>
            </a:pPr>
            <a:endParaRPr sz="3200" b="1" i="0" u="none" strike="noStrike" cap="none" dirty="0">
              <a:solidFill>
                <a:schemeClr val="dk1"/>
              </a:solidFill>
              <a:latin typeface="Lato" panose="020F0502020204030203" pitchFamily="34" charset="0"/>
              <a:ea typeface="Lato" panose="020F0502020204030203" pitchFamily="34" charset="0"/>
              <a:cs typeface="Lato" panose="020F0502020204030203" pitchFamily="34" charset="0"/>
              <a:sym typeface="Proxima Nova"/>
            </a:endParaRPr>
          </a:p>
          <a:p>
            <a:pPr marL="0" marR="0" lvl="0" indent="0" algn="l" rtl="0">
              <a:lnSpc>
                <a:spcPct val="100000"/>
              </a:lnSpc>
              <a:spcBef>
                <a:spcPts val="1000"/>
              </a:spcBef>
              <a:spcAft>
                <a:spcPts val="0"/>
              </a:spcAft>
              <a:buClr>
                <a:srgbClr val="888A9C"/>
              </a:buClr>
              <a:buSzPts val="4800"/>
              <a:buFont typeface="Arial"/>
              <a:buNone/>
            </a:pPr>
            <a:r>
              <a:rPr lang="de-DE" sz="3000" b="1" dirty="0">
                <a:solidFill>
                  <a:schemeClr val="dk1"/>
                </a:solidFill>
                <a:latin typeface="Lato" panose="020F0502020204030203" pitchFamily="34" charset="0"/>
                <a:ea typeface="Lato" panose="020F0502020204030203" pitchFamily="34" charset="0"/>
                <a:cs typeface="Lato" panose="020F0502020204030203" pitchFamily="34" charset="0"/>
                <a:sym typeface="Lato"/>
              </a:rPr>
              <a:t>Luka B </a:t>
            </a:r>
            <a:endParaRPr sz="2100" b="1"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pPr>
              <a:spcBef>
                <a:spcPts val="1000"/>
              </a:spcBef>
              <a:buClr>
                <a:srgbClr val="888A9C"/>
              </a:buClr>
              <a:buSzPts val="4800"/>
            </a:pPr>
            <a:r>
              <a:rPr lang="de-DE" sz="3000" b="1" dirty="0">
                <a:solidFill>
                  <a:schemeClr val="dk1"/>
                </a:solidFill>
                <a:latin typeface="Lato" panose="020F0502020204030203" pitchFamily="34" charset="0"/>
                <a:ea typeface="Lato" panose="020F0502020204030203" pitchFamily="34" charset="0"/>
                <a:cs typeface="Lato" panose="020F0502020204030203" pitchFamily="34" charset="0"/>
                <a:sym typeface="Lato"/>
              </a:rPr>
              <a:t>MSTR</a:t>
            </a:r>
            <a:endParaRPr sz="3000" b="1" dirty="0">
              <a:solidFill>
                <a:schemeClr val="dk1"/>
              </a:solidFill>
              <a:latin typeface="Lato" panose="020F0502020204030203" pitchFamily="34" charset="0"/>
              <a:ea typeface="Lato" panose="020F0502020204030203" pitchFamily="34" charset="0"/>
              <a:cs typeface="Lato" panose="020F0502020204030203" pitchFamily="34" charset="0"/>
              <a:sym typeface="Lato"/>
            </a:endParaRPr>
          </a:p>
          <a:p>
            <a:pPr marL="0" marR="0" lvl="0" indent="0" algn="l" rtl="0">
              <a:lnSpc>
                <a:spcPct val="100000"/>
              </a:lnSpc>
              <a:spcBef>
                <a:spcPts val="1000"/>
              </a:spcBef>
              <a:spcAft>
                <a:spcPts val="0"/>
              </a:spcAft>
              <a:buClr>
                <a:srgbClr val="888A9C"/>
              </a:buClr>
              <a:buSzPts val="4800"/>
              <a:buFont typeface="Arial"/>
              <a:buNone/>
            </a:pPr>
            <a:r>
              <a:rPr lang="de-DE" sz="3000" b="1" i="0" u="none" strike="noStrike" cap="none" dirty="0">
                <a:solidFill>
                  <a:schemeClr val="dk1"/>
                </a:solidFill>
                <a:latin typeface="Lato" panose="020F0502020204030203" pitchFamily="34" charset="0"/>
                <a:ea typeface="Lato" panose="020F0502020204030203" pitchFamily="34" charset="0"/>
                <a:cs typeface="Lato" panose="020F0502020204030203" pitchFamily="34" charset="0"/>
                <a:sym typeface="Lato"/>
              </a:rPr>
              <a:t>August 21,2026</a:t>
            </a:r>
            <a:endParaRPr sz="2100" b="1"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pPr marL="0" marR="0" lvl="0" indent="0" algn="l" rtl="0">
              <a:lnSpc>
                <a:spcPct val="100000"/>
              </a:lnSpc>
              <a:spcBef>
                <a:spcPts val="0"/>
              </a:spcBef>
              <a:spcAft>
                <a:spcPts val="0"/>
              </a:spcAft>
              <a:buClr>
                <a:srgbClr val="000000"/>
              </a:buClr>
              <a:buSzPts val="2700"/>
              <a:buFont typeface="Arial"/>
              <a:buNone/>
            </a:pPr>
            <a:endParaRPr sz="2700" b="0" i="0" u="none" strike="noStrike" cap="none" dirty="0">
              <a:solidFill>
                <a:schemeClr val="dk1"/>
              </a:solidFill>
              <a:latin typeface="Calibri"/>
              <a:ea typeface="Calibri"/>
              <a:cs typeface="Calibri"/>
              <a:sym typeface="Calibri"/>
            </a:endParaRPr>
          </a:p>
        </p:txBody>
      </p:sp>
      <p:pic>
        <p:nvPicPr>
          <p:cNvPr id="119" name="Google Shape;119;p1"/>
          <p:cNvPicPr preferRelativeResize="0"/>
          <p:nvPr/>
        </p:nvPicPr>
        <p:blipFill>
          <a:blip r:embed="rId4">
            <a:alphaModFix/>
          </a:blip>
          <a:stretch>
            <a:fillRect/>
          </a:stretch>
        </p:blipFill>
        <p:spPr>
          <a:xfrm>
            <a:off x="1472700" y="1969775"/>
            <a:ext cx="3580276" cy="1255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3"/>
        <p:cNvGrpSpPr/>
        <p:nvPr/>
      </p:nvGrpSpPr>
      <p:grpSpPr>
        <a:xfrm>
          <a:off x="0" y="0"/>
          <a:ext cx="0" cy="0"/>
          <a:chOff x="0" y="0"/>
          <a:chExt cx="0" cy="0"/>
        </a:xfrm>
      </p:grpSpPr>
      <p:sp>
        <p:nvSpPr>
          <p:cNvPr id="124" name="Google Shape;124;g24a03e67d01_0_1"/>
          <p:cNvSpPr txBox="1"/>
          <p:nvPr/>
        </p:nvSpPr>
        <p:spPr>
          <a:xfrm>
            <a:off x="2859150" y="119510"/>
            <a:ext cx="12569700" cy="1825200"/>
          </a:xfrm>
          <a:prstGeom prst="rect">
            <a:avLst/>
          </a:prstGeom>
          <a:noFill/>
          <a:ln>
            <a:noFill/>
          </a:ln>
        </p:spPr>
        <p:txBody>
          <a:bodyPr spcFirstLastPara="1" wrap="square" lIns="137150" tIns="68550" rIns="137150" bIns="68550" anchor="ctr" anchorCtr="0">
            <a:noAutofit/>
          </a:bodyPr>
          <a:lstStyle>
            <a:defPPr marR="0" lvl="0" algn="l" rtl="0">
              <a:lnSpc>
                <a:spcPct val="100000"/>
              </a:lnSpc>
              <a:spcBef>
                <a:spcPts val="0"/>
              </a:spcBef>
              <a:spcAft>
                <a:spcPts val="0"/>
              </a:spcAft>
            </a:defPPr>
            <a:lvl1pPr marL="0" indent="0" algn="ctr">
              <a:buClr>
                <a:schemeClr val="dk1"/>
              </a:buClr>
              <a:buSzPts val="6600"/>
              <a:buFont typeface="Calibri"/>
              <a:buNone/>
              <a:defRPr sz="4200">
                <a:solidFill>
                  <a:schemeClr val="lt1"/>
                </a:solidFill>
                <a:latin typeface="Lato" panose="020F0502020204030203" pitchFamily="34" charset="0"/>
                <a:ea typeface="Lato" panose="020F0502020204030203" pitchFamily="34" charset="0"/>
                <a:cs typeface="Lato" panose="020F0502020204030203" pitchFamily="34" charset="0"/>
              </a:defRPr>
            </a:lvl1pPr>
          </a:lstStyle>
          <a:p>
            <a:r>
              <a:rPr lang="en-US" dirty="0">
                <a:sym typeface="Lato Black"/>
              </a:rPr>
              <a:t>THE BIG PICTURE</a:t>
            </a:r>
            <a:endParaRPr dirty="0">
              <a:sym typeface="Lato Black"/>
            </a:endParaRPr>
          </a:p>
        </p:txBody>
      </p:sp>
      <p:pic>
        <p:nvPicPr>
          <p:cNvPr id="2" name="Google Shape;145;p3">
            <a:extLst>
              <a:ext uri="{FF2B5EF4-FFF2-40B4-BE49-F238E27FC236}">
                <a16:creationId xmlns:a16="http://schemas.microsoft.com/office/drawing/2014/main" id="{1D97537E-130B-E5C5-BC36-1716DA9E26EC}"/>
              </a:ext>
            </a:extLst>
          </p:cNvPr>
          <p:cNvPicPr preferRelativeResize="0"/>
          <p:nvPr/>
        </p:nvPicPr>
        <p:blipFill>
          <a:blip r:embed="rId4">
            <a:alphaModFix/>
          </a:blip>
          <a:stretch>
            <a:fillRect/>
          </a:stretch>
        </p:blipFill>
        <p:spPr>
          <a:xfrm>
            <a:off x="0" y="0"/>
            <a:ext cx="3371850" cy="866775"/>
          </a:xfrm>
          <a:prstGeom prst="rect">
            <a:avLst/>
          </a:prstGeom>
          <a:noFill/>
          <a:ln>
            <a:noFill/>
          </a:ln>
        </p:spPr>
      </p:pic>
      <p:grpSp>
        <p:nvGrpSpPr>
          <p:cNvPr id="3" name="Google Shape;131;p3">
            <a:extLst>
              <a:ext uri="{FF2B5EF4-FFF2-40B4-BE49-F238E27FC236}">
                <a16:creationId xmlns:a16="http://schemas.microsoft.com/office/drawing/2014/main" id="{B12EBB0B-1915-F551-70F3-2B7BEBC99776}"/>
              </a:ext>
            </a:extLst>
          </p:cNvPr>
          <p:cNvGrpSpPr/>
          <p:nvPr/>
        </p:nvGrpSpPr>
        <p:grpSpPr>
          <a:xfrm>
            <a:off x="319050" y="1678054"/>
            <a:ext cx="5544622" cy="8600291"/>
            <a:chOff x="302424" y="1323450"/>
            <a:chExt cx="4607101" cy="4989905"/>
          </a:xfrm>
        </p:grpSpPr>
        <p:grpSp>
          <p:nvGrpSpPr>
            <p:cNvPr id="4" name="Google Shape;132;p3">
              <a:extLst>
                <a:ext uri="{FF2B5EF4-FFF2-40B4-BE49-F238E27FC236}">
                  <a16:creationId xmlns:a16="http://schemas.microsoft.com/office/drawing/2014/main" id="{DDDFDF1F-346D-EC19-50CB-D3FAE8F36FB5}"/>
                </a:ext>
              </a:extLst>
            </p:cNvPr>
            <p:cNvGrpSpPr/>
            <p:nvPr/>
          </p:nvGrpSpPr>
          <p:grpSpPr>
            <a:xfrm>
              <a:off x="302425" y="1323450"/>
              <a:ext cx="4607100" cy="4519200"/>
              <a:chOff x="302425" y="1323450"/>
              <a:chExt cx="4607100" cy="4519200"/>
            </a:xfrm>
          </p:grpSpPr>
          <p:sp>
            <p:nvSpPr>
              <p:cNvPr id="7" name="Google Shape;133;p3">
                <a:extLst>
                  <a:ext uri="{FF2B5EF4-FFF2-40B4-BE49-F238E27FC236}">
                    <a16:creationId xmlns:a16="http://schemas.microsoft.com/office/drawing/2014/main" id="{16B31C86-597E-B767-7375-7C9B6468EBEF}"/>
                  </a:ext>
                </a:extLst>
              </p:cNvPr>
              <p:cNvSpPr/>
              <p:nvPr/>
            </p:nvSpPr>
            <p:spPr>
              <a:xfrm>
                <a:off x="302425" y="1323450"/>
                <a:ext cx="4607100" cy="4519200"/>
              </a:xfrm>
              <a:prstGeom prst="roundRect">
                <a:avLst>
                  <a:gd name="adj" fmla="val 4864"/>
                </a:avLst>
              </a:prstGeom>
              <a:gradFill>
                <a:gsLst>
                  <a:gs pos="0">
                    <a:srgbClr val="002349">
                      <a:alpha val="96470"/>
                    </a:srgbClr>
                  </a:gs>
                  <a:gs pos="100000">
                    <a:srgbClr val="371C53">
                      <a:alpha val="83529"/>
                    </a:srgbClr>
                  </a:gs>
                </a:gsLst>
                <a:lin ang="5400012" scaled="0"/>
              </a:gra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Calibri"/>
                  <a:ea typeface="Calibri"/>
                  <a:cs typeface="Calibri"/>
                  <a:sym typeface="Calibri"/>
                </a:endParaRPr>
              </a:p>
            </p:txBody>
          </p:sp>
          <p:sp>
            <p:nvSpPr>
              <p:cNvPr id="8" name="Google Shape;134;p3">
                <a:extLst>
                  <a:ext uri="{FF2B5EF4-FFF2-40B4-BE49-F238E27FC236}">
                    <a16:creationId xmlns:a16="http://schemas.microsoft.com/office/drawing/2014/main" id="{77E4C50A-B6C6-341F-E81D-0138FD0C1AF2}"/>
                  </a:ext>
                </a:extLst>
              </p:cNvPr>
              <p:cNvSpPr/>
              <p:nvPr/>
            </p:nvSpPr>
            <p:spPr>
              <a:xfrm>
                <a:off x="1087103" y="1617987"/>
                <a:ext cx="2842800" cy="712800"/>
              </a:xfrm>
              <a:prstGeom prst="roundRect">
                <a:avLst>
                  <a:gd name="adj" fmla="val 16667"/>
                </a:avLst>
              </a:prstGeom>
              <a:solidFill>
                <a:srgbClr val="344567"/>
              </a:solidFill>
              <a:ln>
                <a:noFill/>
              </a:ln>
              <a:effectLst>
                <a:outerShdw blurRad="1524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Calibri"/>
                  <a:ea typeface="Calibri"/>
                  <a:cs typeface="Calibri"/>
                  <a:sym typeface="Calibri"/>
                </a:endParaRPr>
              </a:p>
            </p:txBody>
          </p:sp>
        </p:grpSp>
        <p:sp>
          <p:nvSpPr>
            <p:cNvPr id="5" name="Google Shape;135;p3">
              <a:extLst>
                <a:ext uri="{FF2B5EF4-FFF2-40B4-BE49-F238E27FC236}">
                  <a16:creationId xmlns:a16="http://schemas.microsoft.com/office/drawing/2014/main" id="{BE9BCB36-0FD2-4ABB-AD12-9C697A36E0FA}"/>
                </a:ext>
              </a:extLst>
            </p:cNvPr>
            <p:cNvSpPr txBox="1"/>
            <p:nvPr/>
          </p:nvSpPr>
          <p:spPr>
            <a:xfrm>
              <a:off x="1352791" y="1604921"/>
              <a:ext cx="2297456" cy="712800"/>
            </a:xfrm>
            <a:prstGeom prst="rect">
              <a:avLst/>
            </a:prstGeom>
            <a:noFill/>
            <a:ln>
              <a:noFill/>
            </a:ln>
          </p:spPr>
          <p:txBody>
            <a:bodyPr spcFirstLastPara="1" wrap="square" lIns="137150" tIns="68550" rIns="137150" bIns="68550" anchor="ctr" anchorCtr="0">
              <a:noAutofit/>
            </a:bodyPr>
            <a:lstStyle/>
            <a:p>
              <a:pPr marL="0" marR="0" lvl="0" indent="0" algn="ctr" rtl="0">
                <a:lnSpc>
                  <a:spcPct val="90000"/>
                </a:lnSpc>
                <a:spcBef>
                  <a:spcPts val="700"/>
                </a:spcBef>
                <a:spcAft>
                  <a:spcPts val="0"/>
                </a:spcAft>
                <a:buClr>
                  <a:schemeClr val="lt1"/>
                </a:buClr>
                <a:buSzPts val="3600"/>
                <a:buFont typeface="Arial"/>
                <a:buNone/>
              </a:pPr>
              <a:r>
                <a:rPr lang="en-US" sz="3600" b="1" dirty="0">
                  <a:solidFill>
                    <a:schemeClr val="lt1"/>
                  </a:solidFill>
                  <a:latin typeface="Lato" panose="020F0502020204030203" pitchFamily="34" charset="0"/>
                  <a:ea typeface="Lato" panose="020F0502020204030203" pitchFamily="34" charset="0"/>
                  <a:cs typeface="Lato" panose="020F0502020204030203" pitchFamily="34" charset="0"/>
                  <a:sym typeface="Lato"/>
                </a:rPr>
                <a:t>$QQQ</a:t>
              </a:r>
              <a:endParaRPr sz="2100" b="1"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p:txBody>
        </p:sp>
        <p:sp>
          <p:nvSpPr>
            <p:cNvPr id="6" name="Google Shape;136;p3">
              <a:extLst>
                <a:ext uri="{FF2B5EF4-FFF2-40B4-BE49-F238E27FC236}">
                  <a16:creationId xmlns:a16="http://schemas.microsoft.com/office/drawing/2014/main" id="{CC72F365-1208-2D5A-5930-F99AC66289C4}"/>
                </a:ext>
              </a:extLst>
            </p:cNvPr>
            <p:cNvSpPr txBox="1"/>
            <p:nvPr/>
          </p:nvSpPr>
          <p:spPr>
            <a:xfrm>
              <a:off x="302424" y="2444478"/>
              <a:ext cx="4497742" cy="3868877"/>
            </a:xfrm>
            <a:prstGeom prst="rect">
              <a:avLst/>
            </a:prstGeom>
            <a:noFill/>
            <a:ln>
              <a:noFill/>
            </a:ln>
          </p:spPr>
          <p:txBody>
            <a:bodyPr spcFirstLastPara="1" wrap="square" lIns="137150" tIns="68550" rIns="137150" bIns="68550" anchor="t" anchorCtr="0">
              <a:noAutofit/>
            </a:bodyPr>
            <a:lstStyle/>
            <a:p>
              <a:pPr algn="ctr">
                <a:lnSpc>
                  <a:spcPct val="90000"/>
                </a:lnSpc>
                <a:spcBef>
                  <a:spcPts val="700"/>
                </a:spcBef>
                <a:buClr>
                  <a:schemeClr val="lt1"/>
                </a:buClr>
                <a:buSzPts val="3600"/>
              </a:pP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After an aggressive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rally</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from</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554 to 748 (~35% in ~6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weeks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QQQ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made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new</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all-time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highs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before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reversing</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sharply</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on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renewed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Iran-US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hostilities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and rate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hike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fears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The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selloff</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broke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every</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support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level</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down to 662,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then</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staged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full</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recovery</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back to 731 —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pressing</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directly</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against</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737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resistance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That</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level</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rejected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again</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and QQQ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has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sold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back to 713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this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week</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as the Iran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ceasefire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expired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with</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no</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deal,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oil</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surged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back to $91, the 30-year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yield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hit</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 19-year high, and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semiconductors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dropped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5%. The Risk Premium Gauge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sits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0.18,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signaling</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near</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risk</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-off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environment</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that</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aligns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with</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the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weaker</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tape. The 710–720 area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is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the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shelf</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to hold — a break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below</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opens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the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door</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back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toward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695 and 686,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while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737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remains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the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level</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to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reclaim</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for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any</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push to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new</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all-time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highs</a:t>
              </a:r>
              <a:endParaRPr lang="en-US" sz="2000" b="1" dirty="0">
                <a:solidFill>
                  <a:schemeClr val="lt1"/>
                </a:solidFill>
                <a:latin typeface="Lato" panose="020F0502020204030203" pitchFamily="34" charset="0"/>
                <a:ea typeface="Lato" panose="020F0502020204030203" pitchFamily="34" charset="0"/>
                <a:cs typeface="Lato" panose="020F0502020204030203" pitchFamily="34" charset="0"/>
                <a:sym typeface="Calibri"/>
              </a:endParaRPr>
            </a:p>
          </p:txBody>
        </p:sp>
      </p:grpSp>
      <p:pic>
        <p:nvPicPr>
          <p:cNvPr id="10" name="Grafik 9" descr="The image displays a stock market chart for Invesco QQQ, showing the current price, volume, and various technical indicators such as the ATR, Z-Score, and trading signals for different stocks.&#10;&#10;KI-generierte Inhalte können fehlerhaft sein.">
            <a:extLst>
              <a:ext uri="{FF2B5EF4-FFF2-40B4-BE49-F238E27FC236}">
                <a16:creationId xmlns:a16="http://schemas.microsoft.com/office/drawing/2014/main" id="{26D94926-0D30-9639-7D2A-282960DBD791}"/>
              </a:ext>
            </a:extLst>
          </p:cNvPr>
          <p:cNvPicPr>
            <a:picLocks noChangeAspect="1"/>
          </p:cNvPicPr>
          <p:nvPr/>
        </p:nvPicPr>
        <p:blipFill>
          <a:blip r:embed="rId5"/>
          <a:stretch>
            <a:fillRect/>
          </a:stretch>
        </p:blipFill>
        <p:spPr>
          <a:xfrm>
            <a:off x="5863672" y="2185700"/>
            <a:ext cx="12315146" cy="71131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0"/>
        <p:cNvGrpSpPr/>
        <p:nvPr/>
      </p:nvGrpSpPr>
      <p:grpSpPr>
        <a:xfrm>
          <a:off x="0" y="0"/>
          <a:ext cx="0" cy="0"/>
          <a:chOff x="0" y="0"/>
          <a:chExt cx="0" cy="0"/>
        </a:xfrm>
      </p:grpSpPr>
      <p:grpSp>
        <p:nvGrpSpPr>
          <p:cNvPr id="137" name="Google Shape;137;p3"/>
          <p:cNvGrpSpPr/>
          <p:nvPr/>
        </p:nvGrpSpPr>
        <p:grpSpPr>
          <a:xfrm>
            <a:off x="5245127" y="1132763"/>
            <a:ext cx="7597416" cy="9348717"/>
            <a:chOff x="6318738" y="1547445"/>
            <a:chExt cx="4607100" cy="4519200"/>
          </a:xfrm>
        </p:grpSpPr>
        <p:grpSp>
          <p:nvGrpSpPr>
            <p:cNvPr id="138" name="Google Shape;138;p3"/>
            <p:cNvGrpSpPr/>
            <p:nvPr/>
          </p:nvGrpSpPr>
          <p:grpSpPr>
            <a:xfrm>
              <a:off x="6318738" y="1547445"/>
              <a:ext cx="4607100" cy="4519200"/>
              <a:chOff x="6318738" y="1547445"/>
              <a:chExt cx="4607100" cy="4519200"/>
            </a:xfrm>
          </p:grpSpPr>
          <p:sp>
            <p:nvSpPr>
              <p:cNvPr id="139" name="Google Shape;139;p3"/>
              <p:cNvSpPr/>
              <p:nvPr/>
            </p:nvSpPr>
            <p:spPr>
              <a:xfrm>
                <a:off x="6318738" y="1547445"/>
                <a:ext cx="4607100" cy="4519200"/>
              </a:xfrm>
              <a:prstGeom prst="roundRect">
                <a:avLst>
                  <a:gd name="adj" fmla="val 5286"/>
                </a:avLst>
              </a:prstGeom>
              <a:gradFill>
                <a:gsLst>
                  <a:gs pos="0">
                    <a:srgbClr val="002349">
                      <a:alpha val="96470"/>
                    </a:srgbClr>
                  </a:gs>
                  <a:gs pos="100000">
                    <a:srgbClr val="371C53">
                      <a:alpha val="83529"/>
                    </a:srgbClr>
                  </a:gs>
                </a:gsLst>
                <a:lin ang="5400012" scaled="0"/>
              </a:gra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Calibri"/>
                  <a:ea typeface="Calibri"/>
                  <a:cs typeface="Calibri"/>
                  <a:sym typeface="Calibri"/>
                </a:endParaRPr>
              </a:p>
            </p:txBody>
          </p:sp>
          <p:sp>
            <p:nvSpPr>
              <p:cNvPr id="140" name="Google Shape;140;p3"/>
              <p:cNvSpPr/>
              <p:nvPr/>
            </p:nvSpPr>
            <p:spPr>
              <a:xfrm>
                <a:off x="7129625" y="1672685"/>
                <a:ext cx="2842800" cy="457385"/>
              </a:xfrm>
              <a:prstGeom prst="roundRect">
                <a:avLst>
                  <a:gd name="adj" fmla="val 16667"/>
                </a:avLst>
              </a:prstGeom>
              <a:solidFill>
                <a:srgbClr val="344567"/>
              </a:solidFill>
              <a:ln>
                <a:noFill/>
              </a:ln>
              <a:effectLst>
                <a:outerShdw blurRad="3175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Calibri"/>
                  <a:ea typeface="Calibri"/>
                  <a:cs typeface="Calibri"/>
                  <a:sym typeface="Calibri"/>
                </a:endParaRPr>
              </a:p>
            </p:txBody>
          </p:sp>
        </p:grpSp>
        <p:sp>
          <p:nvSpPr>
            <p:cNvPr id="141" name="Google Shape;141;p3"/>
            <p:cNvSpPr txBox="1"/>
            <p:nvPr/>
          </p:nvSpPr>
          <p:spPr>
            <a:xfrm>
              <a:off x="7195664" y="1832053"/>
              <a:ext cx="2842800" cy="298018"/>
            </a:xfrm>
            <a:prstGeom prst="rect">
              <a:avLst/>
            </a:prstGeom>
            <a:noFill/>
            <a:ln>
              <a:noFill/>
            </a:ln>
          </p:spPr>
          <p:txBody>
            <a:bodyPr spcFirstLastPara="1" wrap="square" lIns="137150" tIns="68550" rIns="137150" bIns="68550" anchor="b" anchorCtr="0">
              <a:noAutofit/>
            </a:bodyPr>
            <a:lstStyle/>
            <a:p>
              <a:pPr marL="0" marR="0" lvl="0" indent="0" algn="ctr" rtl="0">
                <a:lnSpc>
                  <a:spcPct val="90000"/>
                </a:lnSpc>
                <a:spcBef>
                  <a:spcPts val="700"/>
                </a:spcBef>
                <a:spcAft>
                  <a:spcPts val="0"/>
                </a:spcAft>
                <a:buClr>
                  <a:schemeClr val="lt1"/>
                </a:buClr>
                <a:buSzPts val="3600"/>
                <a:buFont typeface="Arial"/>
                <a:buNone/>
              </a:pPr>
              <a:endParaRPr sz="2100" b="0" i="0" u="none" strike="noStrike" cap="none" dirty="0">
                <a:solidFill>
                  <a:srgbClr val="000000"/>
                </a:solidFill>
                <a:latin typeface="Arial"/>
                <a:ea typeface="Arial"/>
                <a:cs typeface="Arial"/>
                <a:sym typeface="Arial"/>
              </a:endParaRPr>
            </a:p>
          </p:txBody>
        </p:sp>
      </p:grpSp>
      <p:sp>
        <p:nvSpPr>
          <p:cNvPr id="142" name="Google Shape;142;p3"/>
          <p:cNvSpPr txBox="1"/>
          <p:nvPr/>
        </p:nvSpPr>
        <p:spPr>
          <a:xfrm>
            <a:off x="2859037" y="199875"/>
            <a:ext cx="12569700" cy="1230221"/>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200" dirty="0">
                <a:solidFill>
                  <a:srgbClr val="002060"/>
                </a:solidFill>
                <a:latin typeface="Lato" panose="020F0502020204030203" pitchFamily="34" charset="0"/>
                <a:ea typeface="Lato" panose="020F0502020204030203" pitchFamily="34" charset="0"/>
                <a:cs typeface="Lato" panose="020F0502020204030203" pitchFamily="34" charset="0"/>
                <a:sym typeface="Lato Black"/>
              </a:rPr>
              <a:t>THE BIG PICTURE – Market Environment </a:t>
            </a:r>
            <a:endParaRPr lang="en-US" sz="2100" i="0" u="none" strike="noStrike" cap="none" dirty="0">
              <a:solidFill>
                <a:srgbClr val="002060"/>
              </a:solidFill>
              <a:latin typeface="Lato" panose="020F0502020204030203" pitchFamily="34" charset="0"/>
              <a:ea typeface="Lato" panose="020F0502020204030203" pitchFamily="34" charset="0"/>
              <a:cs typeface="Lato" panose="020F0502020204030203" pitchFamily="34" charset="0"/>
              <a:sym typeface="Lato Black"/>
            </a:endParaRPr>
          </a:p>
        </p:txBody>
      </p:sp>
      <p:sp>
        <p:nvSpPr>
          <p:cNvPr id="143" name="Google Shape;143;p3"/>
          <p:cNvSpPr txBox="1"/>
          <p:nvPr/>
        </p:nvSpPr>
        <p:spPr>
          <a:xfrm>
            <a:off x="6661053" y="1323467"/>
            <a:ext cx="4908647" cy="1133130"/>
          </a:xfrm>
          <a:prstGeom prst="rect">
            <a:avLst/>
          </a:prstGeom>
          <a:noFill/>
          <a:ln>
            <a:noFill/>
          </a:ln>
        </p:spPr>
        <p:txBody>
          <a:bodyPr spcFirstLastPara="1" wrap="square" lIns="137150" tIns="137150" rIns="137150" bIns="137150" anchor="ctr" anchorCtr="0">
            <a:noAutofit/>
          </a:bodyPr>
          <a:lstStyle/>
          <a:p>
            <a:pPr marL="0" lvl="0" indent="0" algn="ctr" rtl="0">
              <a:lnSpc>
                <a:spcPct val="90000"/>
              </a:lnSpc>
              <a:spcBef>
                <a:spcPts val="700"/>
              </a:spcBef>
              <a:spcAft>
                <a:spcPts val="0"/>
              </a:spcAft>
              <a:buNone/>
            </a:pPr>
            <a:r>
              <a:rPr lang="en-US" sz="3200" b="1" dirty="0">
                <a:solidFill>
                  <a:schemeClr val="lt1"/>
                </a:solidFill>
                <a:latin typeface="Lato" panose="020F0502020204030203" pitchFamily="34" charset="0"/>
                <a:ea typeface="Lato" panose="020F0502020204030203" pitchFamily="34" charset="0"/>
                <a:cs typeface="Lato" panose="020F0502020204030203" pitchFamily="34" charset="0"/>
                <a:sym typeface="Lato"/>
              </a:rPr>
              <a:t>$QQQ/$SPY</a:t>
            </a:r>
            <a:endParaRPr sz="2000" dirty="0">
              <a:latin typeface="Lato" panose="020F0502020204030203" pitchFamily="34" charset="0"/>
              <a:ea typeface="Lato" panose="020F0502020204030203" pitchFamily="34" charset="0"/>
              <a:cs typeface="Lato" panose="020F0502020204030203" pitchFamily="34" charset="0"/>
            </a:endParaRPr>
          </a:p>
        </p:txBody>
      </p:sp>
      <p:sp>
        <p:nvSpPr>
          <p:cNvPr id="144" name="Google Shape;144;p3"/>
          <p:cNvSpPr txBox="1"/>
          <p:nvPr/>
        </p:nvSpPr>
        <p:spPr>
          <a:xfrm>
            <a:off x="5340660" y="2456597"/>
            <a:ext cx="7597417" cy="5036024"/>
          </a:xfrm>
          <a:prstGeom prst="rect">
            <a:avLst/>
          </a:prstGeom>
          <a:noFill/>
          <a:ln>
            <a:noFill/>
          </a:ln>
        </p:spPr>
        <p:txBody>
          <a:bodyPr spcFirstLastPara="1" wrap="square" lIns="137150" tIns="68550" rIns="137150" bIns="68550" anchor="t" anchorCtr="0">
            <a:noAutofit/>
          </a:bodyPr>
          <a:lstStyle/>
          <a:p>
            <a:pPr algn="ctr">
              <a:lnSpc>
                <a:spcPct val="90000"/>
              </a:lnSpc>
              <a:spcBef>
                <a:spcPts val="700"/>
              </a:spcBef>
              <a:buSzPts val="6600"/>
            </a:pP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The Iran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situation</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has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escalated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again</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this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week</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Trump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announced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major</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economic</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campaign</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against</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Iran,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with</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Treasury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Secretary</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Bessent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confirming</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tougher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sanctions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are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coming</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Trump also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threatened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to bomb Oman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if</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it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interferes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with</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US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plans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for the Strait of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Hormuz</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while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saying</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he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is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"not in a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hurry</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to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reach</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 deal. The 60-day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ceasefire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has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expired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with</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no</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replacement</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and Iran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continues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to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insist</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the Strait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stays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closed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until</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all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conditions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are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met</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Oil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remains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elevated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 Brent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near</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$91 and WTI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around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$85 —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with</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the US Strategic Petroleum Reserve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its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lowest</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level</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since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1982. Wall Street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closed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lower</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yesterday</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as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geopolitical</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fears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weighed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on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sentiment</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 the Dow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fell</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1.3% and the Nasdaq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dropped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on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semiconductor</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weakness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with</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the SOX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index</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losing</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5%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earlier</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in the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week</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and the 30-year Treasury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yield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hitting</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 19-year high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above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5.33%. The FOMC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minutes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from</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the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July</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29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meeting</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confirmed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deeply</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divided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committee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three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officials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dissented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in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favor</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of a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hike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and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market</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pricing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now</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points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to a possible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December</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hike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Initial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jobless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claims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came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in at 206,000,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slightly</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above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the 204,000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estimate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offering</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no</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clear</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direction</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on the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labor</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picture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Nvidia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earnings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next</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week</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are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the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next</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test</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for the AI trade. Overall, the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market</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has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swung</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back to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risk</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-off —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oil</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spiking</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yields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multi-</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year</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highs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semiconductor</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leadership</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cracking</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tougher Iran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sanctions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incoming</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and a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geopolitical</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situation</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that</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has</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gone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from</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fragile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ceasefire</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to open-</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ended</a:t>
            </a:r>
            <a:r>
              <a:rPr lang="de-DE" sz="2000" b="1" dirty="0">
                <a:solidFill>
                  <a:schemeClr val="lt1"/>
                </a:solidFill>
                <a:latin typeface="Lato" panose="020F0502020204030203" pitchFamily="34" charset="0"/>
                <a:ea typeface="Lato" panose="020F0502020204030203" pitchFamily="34" charset="0"/>
                <a:cs typeface="Lato" panose="020F0502020204030203" pitchFamily="34" charset="0"/>
              </a:rPr>
              <a:t> </a:t>
            </a:r>
            <a:r>
              <a:rPr lang="de-DE" sz="2000" b="1" dirty="0" err="1">
                <a:solidFill>
                  <a:schemeClr val="lt1"/>
                </a:solidFill>
                <a:latin typeface="Lato" panose="020F0502020204030203" pitchFamily="34" charset="0"/>
                <a:ea typeface="Lato" panose="020F0502020204030203" pitchFamily="34" charset="0"/>
                <a:cs typeface="Lato" panose="020F0502020204030203" pitchFamily="34" charset="0"/>
              </a:rPr>
              <a:t>confrontation</a:t>
            </a:r>
            <a:endParaRPr lang="en-US" sz="2000" b="1" dirty="0">
              <a:solidFill>
                <a:schemeClr val="lt1"/>
              </a:solidFill>
              <a:latin typeface="Lato" panose="020F0502020204030203" pitchFamily="34" charset="0"/>
              <a:ea typeface="Lato" panose="020F0502020204030203" pitchFamily="34" charset="0"/>
              <a:cs typeface="Lato" panose="020F0502020204030203" pitchFamily="34" charset="0"/>
              <a:sym typeface="Calibri"/>
            </a:endParaRPr>
          </a:p>
        </p:txBody>
      </p:sp>
      <p:pic>
        <p:nvPicPr>
          <p:cNvPr id="145" name="Google Shape;145;p3"/>
          <p:cNvPicPr preferRelativeResize="0"/>
          <p:nvPr/>
        </p:nvPicPr>
        <p:blipFill>
          <a:blip r:embed="rId4">
            <a:alphaModFix/>
          </a:blip>
          <a:stretch>
            <a:fillRect/>
          </a:stretch>
        </p:blipFill>
        <p:spPr>
          <a:xfrm>
            <a:off x="0" y="0"/>
            <a:ext cx="3371850" cy="866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9"/>
        <p:cNvGrpSpPr/>
        <p:nvPr/>
      </p:nvGrpSpPr>
      <p:grpSpPr>
        <a:xfrm>
          <a:off x="0" y="0"/>
          <a:ext cx="0" cy="0"/>
          <a:chOff x="0" y="0"/>
          <a:chExt cx="0" cy="0"/>
        </a:xfrm>
      </p:grpSpPr>
      <p:sp>
        <p:nvSpPr>
          <p:cNvPr id="150" name="Google Shape;150;g24a03e67d01_0_9"/>
          <p:cNvSpPr txBox="1"/>
          <p:nvPr/>
        </p:nvSpPr>
        <p:spPr>
          <a:xfrm>
            <a:off x="2859150" y="21245"/>
            <a:ext cx="12569700" cy="1661427"/>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200" dirty="0">
                <a:solidFill>
                  <a:schemeClr val="dk1"/>
                </a:solidFill>
                <a:latin typeface="Lato Black"/>
                <a:ea typeface="Lato Black"/>
                <a:cs typeface="Lato Black"/>
                <a:sym typeface="Lato Black"/>
              </a:rPr>
              <a:t>THE BIG PICTURE – 1 Hour</a:t>
            </a:r>
            <a:endParaRPr sz="2100" i="0" u="none" strike="noStrike" cap="none" dirty="0">
              <a:solidFill>
                <a:schemeClr val="dk1"/>
              </a:solidFill>
              <a:latin typeface="Lato Black"/>
              <a:ea typeface="Lato Black"/>
              <a:cs typeface="Lato Black"/>
              <a:sym typeface="Lato Black"/>
            </a:endParaRPr>
          </a:p>
        </p:txBody>
      </p:sp>
      <p:grpSp>
        <p:nvGrpSpPr>
          <p:cNvPr id="152" name="Google Shape;152;g24a03e67d01_0_9"/>
          <p:cNvGrpSpPr/>
          <p:nvPr/>
        </p:nvGrpSpPr>
        <p:grpSpPr>
          <a:xfrm>
            <a:off x="582428" y="1703917"/>
            <a:ext cx="6440672" cy="6361118"/>
            <a:chOff x="6318738" y="1547445"/>
            <a:chExt cx="4607100" cy="4519200"/>
          </a:xfrm>
        </p:grpSpPr>
        <p:grpSp>
          <p:nvGrpSpPr>
            <p:cNvPr id="153" name="Google Shape;153;g24a03e67d01_0_9"/>
            <p:cNvGrpSpPr/>
            <p:nvPr/>
          </p:nvGrpSpPr>
          <p:grpSpPr>
            <a:xfrm>
              <a:off x="6318738" y="1547445"/>
              <a:ext cx="4607100" cy="4519200"/>
              <a:chOff x="6318738" y="1547445"/>
              <a:chExt cx="4607100" cy="4519200"/>
            </a:xfrm>
          </p:grpSpPr>
          <p:sp>
            <p:nvSpPr>
              <p:cNvPr id="154" name="Google Shape;154;g24a03e67d01_0_9"/>
              <p:cNvSpPr/>
              <p:nvPr/>
            </p:nvSpPr>
            <p:spPr>
              <a:xfrm>
                <a:off x="6318738" y="1547445"/>
                <a:ext cx="4607100" cy="4519200"/>
              </a:xfrm>
              <a:prstGeom prst="roundRect">
                <a:avLst>
                  <a:gd name="adj" fmla="val 5286"/>
                </a:avLst>
              </a:prstGeom>
              <a:gradFill>
                <a:gsLst>
                  <a:gs pos="0">
                    <a:srgbClr val="002349">
                      <a:alpha val="96470"/>
                    </a:srgbClr>
                  </a:gs>
                  <a:gs pos="100000">
                    <a:srgbClr val="371C53">
                      <a:alpha val="83529"/>
                    </a:srgbClr>
                  </a:gs>
                </a:gsLst>
                <a:lin ang="5400012" scaled="0"/>
              </a:gra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Calibri"/>
                  <a:ea typeface="Calibri"/>
                  <a:cs typeface="Calibri"/>
                  <a:sym typeface="Calibri"/>
                </a:endParaRPr>
              </a:p>
            </p:txBody>
          </p:sp>
          <p:sp>
            <p:nvSpPr>
              <p:cNvPr id="155" name="Google Shape;155;g24a03e67d01_0_9"/>
              <p:cNvSpPr/>
              <p:nvPr/>
            </p:nvSpPr>
            <p:spPr>
              <a:xfrm>
                <a:off x="7195038" y="1916724"/>
                <a:ext cx="2842800" cy="712800"/>
              </a:xfrm>
              <a:prstGeom prst="roundRect">
                <a:avLst>
                  <a:gd name="adj" fmla="val 16667"/>
                </a:avLst>
              </a:prstGeom>
              <a:solidFill>
                <a:srgbClr val="344567"/>
              </a:solidFill>
              <a:ln>
                <a:noFill/>
              </a:ln>
              <a:effectLst>
                <a:outerShdw blurRad="3175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Calibri"/>
                  <a:ea typeface="Calibri"/>
                  <a:cs typeface="Calibri"/>
                  <a:sym typeface="Calibri"/>
                </a:endParaRPr>
              </a:p>
            </p:txBody>
          </p:sp>
        </p:grpSp>
        <p:sp>
          <p:nvSpPr>
            <p:cNvPr id="156" name="Google Shape;156;g24a03e67d01_0_9"/>
            <p:cNvSpPr txBox="1"/>
            <p:nvPr/>
          </p:nvSpPr>
          <p:spPr>
            <a:xfrm>
              <a:off x="7195664" y="1832053"/>
              <a:ext cx="2842800" cy="639900"/>
            </a:xfrm>
            <a:prstGeom prst="rect">
              <a:avLst/>
            </a:prstGeom>
            <a:noFill/>
            <a:ln>
              <a:noFill/>
            </a:ln>
          </p:spPr>
          <p:txBody>
            <a:bodyPr spcFirstLastPara="1" wrap="square" lIns="137150" tIns="68550" rIns="137150" bIns="68550" anchor="b" anchorCtr="0">
              <a:noAutofit/>
            </a:bodyPr>
            <a:lstStyle/>
            <a:p>
              <a:pPr marL="0" marR="0" lvl="0" indent="0" algn="ctr" rtl="0">
                <a:lnSpc>
                  <a:spcPct val="90000"/>
                </a:lnSpc>
                <a:spcBef>
                  <a:spcPts val="700"/>
                </a:spcBef>
                <a:spcAft>
                  <a:spcPts val="0"/>
                </a:spcAft>
                <a:buClr>
                  <a:schemeClr val="lt1"/>
                </a:buClr>
                <a:buSzPts val="3600"/>
                <a:buFont typeface="Arial"/>
                <a:buNone/>
              </a:pPr>
              <a:endParaRPr sz="2100" b="0" i="0" u="none" strike="noStrike" cap="none">
                <a:solidFill>
                  <a:srgbClr val="000000"/>
                </a:solidFill>
                <a:latin typeface="Arial"/>
                <a:ea typeface="Arial"/>
                <a:cs typeface="Arial"/>
                <a:sym typeface="Arial"/>
              </a:endParaRPr>
            </a:p>
          </p:txBody>
        </p:sp>
      </p:grpSp>
      <p:sp>
        <p:nvSpPr>
          <p:cNvPr id="157" name="Google Shape;157;g24a03e67d01_0_9"/>
          <p:cNvSpPr txBox="1"/>
          <p:nvPr/>
        </p:nvSpPr>
        <p:spPr>
          <a:xfrm>
            <a:off x="1693365" y="1703917"/>
            <a:ext cx="3974202" cy="1940035"/>
          </a:xfrm>
          <a:prstGeom prst="rect">
            <a:avLst/>
          </a:prstGeom>
          <a:noFill/>
          <a:ln>
            <a:noFill/>
          </a:ln>
        </p:spPr>
        <p:txBody>
          <a:bodyPr spcFirstLastPara="1" wrap="square" lIns="137150" tIns="137150" rIns="137150" bIns="137150" anchor="ctr" anchorCtr="0">
            <a:noAutofit/>
          </a:bodyPr>
          <a:lstStyle/>
          <a:p>
            <a:pPr marL="0" lvl="0" indent="0" algn="ctr" rtl="0">
              <a:lnSpc>
                <a:spcPct val="90000"/>
              </a:lnSpc>
              <a:spcBef>
                <a:spcPts val="700"/>
              </a:spcBef>
              <a:spcAft>
                <a:spcPts val="0"/>
              </a:spcAft>
              <a:buNone/>
            </a:pPr>
            <a:r>
              <a:rPr lang="en-US" sz="3600" b="1" dirty="0">
                <a:solidFill>
                  <a:schemeClr val="lt1"/>
                </a:solidFill>
                <a:latin typeface="Lato"/>
                <a:ea typeface="Lato"/>
                <a:cs typeface="Lato"/>
                <a:sym typeface="Lato"/>
              </a:rPr>
              <a:t>$QQQ</a:t>
            </a:r>
            <a:endParaRPr sz="2100" dirty="0"/>
          </a:p>
        </p:txBody>
      </p:sp>
      <p:sp>
        <p:nvSpPr>
          <p:cNvPr id="158" name="Google Shape;158;g24a03e67d01_0_9"/>
          <p:cNvSpPr txBox="1"/>
          <p:nvPr/>
        </p:nvSpPr>
        <p:spPr>
          <a:xfrm>
            <a:off x="646117" y="3358426"/>
            <a:ext cx="6177764" cy="5338879"/>
          </a:xfrm>
          <a:prstGeom prst="rect">
            <a:avLst/>
          </a:prstGeom>
          <a:noFill/>
          <a:ln>
            <a:noFill/>
          </a:ln>
        </p:spPr>
        <p:txBody>
          <a:bodyPr spcFirstLastPara="1" wrap="square" lIns="137150" tIns="68550" rIns="137150" bIns="68550" anchor="t" anchorCtr="0">
            <a:noAutofit/>
          </a:bodyPr>
          <a:lstStyle/>
          <a:p>
            <a:pPr algn="ctr">
              <a:lnSpc>
                <a:spcPct val="90000"/>
              </a:lnSpc>
              <a:spcBef>
                <a:spcPts val="700"/>
              </a:spcBef>
              <a:buSzPts val="2400"/>
            </a:pPr>
            <a:r>
              <a:rPr lang="de-DE" sz="2000" b="1" dirty="0">
                <a:solidFill>
                  <a:schemeClr val="lt1"/>
                </a:solidFill>
                <a:latin typeface="Lato"/>
                <a:ea typeface="Lato"/>
                <a:cs typeface="Lato"/>
              </a:rPr>
              <a:t>QQQ </a:t>
            </a:r>
            <a:r>
              <a:rPr lang="de-DE" sz="2000" b="1" dirty="0" err="1">
                <a:solidFill>
                  <a:schemeClr val="lt1"/>
                </a:solidFill>
                <a:latin typeface="Lato"/>
                <a:ea typeface="Lato"/>
                <a:cs typeface="Lato"/>
              </a:rPr>
              <a:t>recovered</a:t>
            </a:r>
            <a:r>
              <a:rPr lang="de-DE" sz="2000" b="1" dirty="0">
                <a:solidFill>
                  <a:schemeClr val="lt1"/>
                </a:solidFill>
                <a:latin typeface="Lato"/>
                <a:ea typeface="Lato"/>
                <a:cs typeface="Lato"/>
              </a:rPr>
              <a:t> the </a:t>
            </a:r>
            <a:r>
              <a:rPr lang="de-DE" sz="2000" b="1" dirty="0" err="1">
                <a:solidFill>
                  <a:schemeClr val="lt1"/>
                </a:solidFill>
                <a:latin typeface="Lato"/>
                <a:ea typeface="Lato"/>
                <a:cs typeface="Lato"/>
              </a:rPr>
              <a:t>entire</a:t>
            </a:r>
            <a:r>
              <a:rPr lang="de-DE" sz="2000" b="1" dirty="0">
                <a:solidFill>
                  <a:schemeClr val="lt1"/>
                </a:solidFill>
                <a:latin typeface="Lato"/>
                <a:ea typeface="Lato"/>
                <a:cs typeface="Lato"/>
              </a:rPr>
              <a:t> June </a:t>
            </a:r>
            <a:r>
              <a:rPr lang="de-DE" sz="2000" b="1" dirty="0" err="1">
                <a:solidFill>
                  <a:schemeClr val="lt1"/>
                </a:solidFill>
                <a:latin typeface="Lato"/>
                <a:ea typeface="Lato"/>
                <a:cs typeface="Lato"/>
              </a:rPr>
              <a:t>selloff</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climbing</a:t>
            </a:r>
            <a:r>
              <a:rPr lang="de-DE" sz="2000" b="1" dirty="0">
                <a:solidFill>
                  <a:schemeClr val="lt1"/>
                </a:solidFill>
                <a:latin typeface="Lato"/>
                <a:ea typeface="Lato"/>
                <a:cs typeface="Lato"/>
              </a:rPr>
              <a:t> off the 662 low back </a:t>
            </a:r>
            <a:r>
              <a:rPr lang="de-DE" sz="2000" b="1" dirty="0" err="1">
                <a:solidFill>
                  <a:schemeClr val="lt1"/>
                </a:solidFill>
                <a:latin typeface="Lato"/>
                <a:ea typeface="Lato"/>
                <a:cs typeface="Lato"/>
              </a:rPr>
              <a:t>through</a:t>
            </a:r>
            <a:r>
              <a:rPr lang="de-DE" sz="2000" b="1" dirty="0">
                <a:solidFill>
                  <a:schemeClr val="lt1"/>
                </a:solidFill>
                <a:latin typeface="Lato"/>
                <a:ea typeface="Lato"/>
                <a:cs typeface="Lato"/>
              </a:rPr>
              <a:t> 686, 695, 700 and 710 in </a:t>
            </a:r>
            <a:r>
              <a:rPr lang="de-DE" sz="2000" b="1" dirty="0" err="1">
                <a:solidFill>
                  <a:schemeClr val="lt1"/>
                </a:solidFill>
                <a:latin typeface="Lato"/>
                <a:ea typeface="Lato"/>
                <a:cs typeface="Lato"/>
              </a:rPr>
              <a:t>sequence</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before</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pressing</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directly</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against</a:t>
            </a:r>
            <a:r>
              <a:rPr lang="de-DE" sz="2000" b="1" dirty="0">
                <a:solidFill>
                  <a:schemeClr val="lt1"/>
                </a:solidFill>
                <a:latin typeface="Lato"/>
                <a:ea typeface="Lato"/>
                <a:cs typeface="Lato"/>
              </a:rPr>
              <a:t> 737 </a:t>
            </a:r>
            <a:r>
              <a:rPr lang="de-DE" sz="2000" b="1" dirty="0" err="1">
                <a:solidFill>
                  <a:schemeClr val="lt1"/>
                </a:solidFill>
                <a:latin typeface="Lato"/>
                <a:ea typeface="Lato"/>
                <a:cs typeface="Lato"/>
              </a:rPr>
              <a:t>resistance</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That</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level</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rejected</a:t>
            </a:r>
            <a:r>
              <a:rPr lang="de-DE" sz="2000" b="1" dirty="0">
                <a:solidFill>
                  <a:schemeClr val="lt1"/>
                </a:solidFill>
                <a:latin typeface="Lato"/>
                <a:ea typeface="Lato"/>
                <a:cs typeface="Lato"/>
              </a:rPr>
              <a:t>, and QQQ </a:t>
            </a:r>
            <a:r>
              <a:rPr lang="de-DE" sz="2000" b="1" dirty="0" err="1">
                <a:solidFill>
                  <a:schemeClr val="lt1"/>
                </a:solidFill>
                <a:latin typeface="Lato"/>
                <a:ea typeface="Lato"/>
                <a:cs typeface="Lato"/>
              </a:rPr>
              <a:t>has</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pulled</a:t>
            </a:r>
            <a:r>
              <a:rPr lang="de-DE" sz="2000" b="1" dirty="0">
                <a:solidFill>
                  <a:schemeClr val="lt1"/>
                </a:solidFill>
                <a:latin typeface="Lato"/>
                <a:ea typeface="Lato"/>
                <a:cs typeface="Lato"/>
              </a:rPr>
              <a:t> back to 713 — the 710 support </a:t>
            </a:r>
            <a:r>
              <a:rPr lang="de-DE" sz="2000" b="1" dirty="0" err="1">
                <a:solidFill>
                  <a:schemeClr val="lt1"/>
                </a:solidFill>
                <a:latin typeface="Lato"/>
                <a:ea typeface="Lato"/>
                <a:cs typeface="Lato"/>
              </a:rPr>
              <a:t>shelf</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held</a:t>
            </a:r>
            <a:r>
              <a:rPr lang="de-DE" sz="2000" b="1" dirty="0">
                <a:solidFill>
                  <a:schemeClr val="lt1"/>
                </a:solidFill>
                <a:latin typeface="Lato"/>
                <a:ea typeface="Lato"/>
                <a:cs typeface="Lato"/>
              </a:rPr>
              <a:t> on the </a:t>
            </a:r>
            <a:r>
              <a:rPr lang="de-DE" sz="2000" b="1" dirty="0" err="1">
                <a:solidFill>
                  <a:schemeClr val="lt1"/>
                </a:solidFill>
                <a:latin typeface="Lato"/>
                <a:ea typeface="Lato"/>
                <a:cs typeface="Lato"/>
              </a:rPr>
              <a:t>test</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this</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week</a:t>
            </a:r>
            <a:r>
              <a:rPr lang="de-DE" sz="2000" b="1" dirty="0">
                <a:solidFill>
                  <a:schemeClr val="lt1"/>
                </a:solidFill>
                <a:latin typeface="Lato"/>
                <a:ea typeface="Lato"/>
                <a:cs typeface="Lato"/>
              </a:rPr>
              <a:t>. The </a:t>
            </a:r>
            <a:r>
              <a:rPr lang="de-DE" sz="2000" b="1" dirty="0" err="1">
                <a:solidFill>
                  <a:schemeClr val="lt1"/>
                </a:solidFill>
                <a:latin typeface="Lato"/>
                <a:ea typeface="Lato"/>
                <a:cs typeface="Lato"/>
              </a:rPr>
              <a:t>former</a:t>
            </a:r>
            <a:r>
              <a:rPr lang="de-DE" sz="2000" b="1" dirty="0">
                <a:solidFill>
                  <a:schemeClr val="lt1"/>
                </a:solidFill>
                <a:latin typeface="Lato"/>
                <a:ea typeface="Lato"/>
                <a:cs typeface="Lato"/>
              </a:rPr>
              <a:t> 720 </a:t>
            </a:r>
            <a:r>
              <a:rPr lang="de-DE" sz="2000" b="1" dirty="0" err="1">
                <a:solidFill>
                  <a:schemeClr val="lt1"/>
                </a:solidFill>
                <a:latin typeface="Lato"/>
                <a:ea typeface="Lato"/>
                <a:cs typeface="Lato"/>
              </a:rPr>
              <a:t>consolidation</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zone</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has</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flipped</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from</a:t>
            </a:r>
            <a:r>
              <a:rPr lang="de-DE" sz="2000" b="1" dirty="0">
                <a:solidFill>
                  <a:schemeClr val="lt1"/>
                </a:solidFill>
                <a:latin typeface="Lato"/>
                <a:ea typeface="Lato"/>
                <a:cs typeface="Lato"/>
              </a:rPr>
              <a:t> support back to </a:t>
            </a:r>
            <a:r>
              <a:rPr lang="de-DE" sz="2000" b="1" dirty="0" err="1">
                <a:solidFill>
                  <a:schemeClr val="lt1"/>
                </a:solidFill>
                <a:latin typeface="Lato"/>
                <a:ea typeface="Lato"/>
                <a:cs typeface="Lato"/>
              </a:rPr>
              <a:t>near</a:t>
            </a:r>
            <a:r>
              <a:rPr lang="de-DE" sz="2000" b="1" dirty="0">
                <a:solidFill>
                  <a:schemeClr val="lt1"/>
                </a:solidFill>
                <a:latin typeface="Lato"/>
                <a:ea typeface="Lato"/>
                <a:cs typeface="Lato"/>
              </a:rPr>
              <a:t>-term </a:t>
            </a:r>
            <a:r>
              <a:rPr lang="de-DE" sz="2000" b="1" dirty="0" err="1">
                <a:solidFill>
                  <a:schemeClr val="lt1"/>
                </a:solidFill>
                <a:latin typeface="Lato"/>
                <a:ea typeface="Lato"/>
                <a:cs typeface="Lato"/>
              </a:rPr>
              <a:t>resistance</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with</a:t>
            </a:r>
            <a:r>
              <a:rPr lang="de-DE" sz="2000" b="1" dirty="0">
                <a:solidFill>
                  <a:schemeClr val="lt1"/>
                </a:solidFill>
                <a:latin typeface="Lato"/>
                <a:ea typeface="Lato"/>
                <a:cs typeface="Lato"/>
              </a:rPr>
              <a:t> the </a:t>
            </a:r>
            <a:r>
              <a:rPr lang="de-DE" sz="2000" b="1" dirty="0" err="1">
                <a:solidFill>
                  <a:schemeClr val="lt1"/>
                </a:solidFill>
                <a:latin typeface="Lato"/>
                <a:ea typeface="Lato"/>
                <a:cs typeface="Lato"/>
              </a:rPr>
              <a:t>deeper</a:t>
            </a:r>
            <a:r>
              <a:rPr lang="de-DE" sz="2000" b="1" dirty="0">
                <a:solidFill>
                  <a:schemeClr val="lt1"/>
                </a:solidFill>
                <a:latin typeface="Lato"/>
                <a:ea typeface="Lato"/>
                <a:cs typeface="Lato"/>
              </a:rPr>
              <a:t> support </a:t>
            </a:r>
            <a:r>
              <a:rPr lang="de-DE" sz="2000" b="1" dirty="0" err="1">
                <a:solidFill>
                  <a:schemeClr val="lt1"/>
                </a:solidFill>
                <a:latin typeface="Lato"/>
                <a:ea typeface="Lato"/>
                <a:cs typeface="Lato"/>
              </a:rPr>
              <a:t>cluster</a:t>
            </a:r>
            <a:r>
              <a:rPr lang="de-DE" sz="2000" b="1" dirty="0">
                <a:solidFill>
                  <a:schemeClr val="lt1"/>
                </a:solidFill>
                <a:latin typeface="Lato"/>
                <a:ea typeface="Lato"/>
                <a:cs typeface="Lato"/>
              </a:rPr>
              <a:t> at 700 and 695 </a:t>
            </a:r>
            <a:r>
              <a:rPr lang="de-DE" sz="2000" b="1" dirty="0" err="1">
                <a:solidFill>
                  <a:schemeClr val="lt1"/>
                </a:solidFill>
                <a:latin typeface="Lato"/>
                <a:ea typeface="Lato"/>
                <a:cs typeface="Lato"/>
              </a:rPr>
              <a:t>beneath</a:t>
            </a:r>
            <a:r>
              <a:rPr lang="de-DE" sz="2000" b="1" dirty="0">
                <a:solidFill>
                  <a:schemeClr val="lt1"/>
                </a:solidFill>
                <a:latin typeface="Lato"/>
                <a:ea typeface="Lato"/>
                <a:cs typeface="Lato"/>
              </a:rPr>
              <a:t> it, and 686 as the </a:t>
            </a:r>
            <a:r>
              <a:rPr lang="de-DE" sz="2000" b="1" dirty="0" err="1">
                <a:solidFill>
                  <a:schemeClr val="lt1"/>
                </a:solidFill>
                <a:latin typeface="Lato"/>
                <a:ea typeface="Lato"/>
                <a:cs typeface="Lato"/>
              </a:rPr>
              <a:t>line</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that</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held</a:t>
            </a:r>
            <a:r>
              <a:rPr lang="de-DE" sz="2000" b="1" dirty="0">
                <a:solidFill>
                  <a:schemeClr val="lt1"/>
                </a:solidFill>
                <a:latin typeface="Lato"/>
                <a:ea typeface="Lato"/>
                <a:cs typeface="Lato"/>
              </a:rPr>
              <a:t> the </a:t>
            </a:r>
            <a:r>
              <a:rPr lang="de-DE" sz="2000" b="1" dirty="0" err="1">
                <a:solidFill>
                  <a:schemeClr val="lt1"/>
                </a:solidFill>
                <a:latin typeface="Lato"/>
                <a:ea typeface="Lato"/>
                <a:cs typeface="Lato"/>
              </a:rPr>
              <a:t>entire</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corrective</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move</a:t>
            </a:r>
            <a:r>
              <a:rPr lang="de-DE" sz="2000" b="1" dirty="0">
                <a:solidFill>
                  <a:schemeClr val="lt1"/>
                </a:solidFill>
                <a:latin typeface="Lato"/>
                <a:ea typeface="Lato"/>
                <a:cs typeface="Lato"/>
              </a:rPr>
              <a:t>. The </a:t>
            </a:r>
            <a:r>
              <a:rPr lang="de-DE" sz="2000" b="1" dirty="0" err="1">
                <a:solidFill>
                  <a:schemeClr val="lt1"/>
                </a:solidFill>
                <a:latin typeface="Lato"/>
                <a:ea typeface="Lato"/>
                <a:cs typeface="Lato"/>
              </a:rPr>
              <a:t>structure</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is</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now</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range-bound</a:t>
            </a:r>
            <a:r>
              <a:rPr lang="de-DE" sz="2000" b="1" dirty="0">
                <a:solidFill>
                  <a:schemeClr val="lt1"/>
                </a:solidFill>
                <a:latin typeface="Lato"/>
                <a:ea typeface="Lato"/>
                <a:cs typeface="Lato"/>
              </a:rPr>
              <a:t> </a:t>
            </a:r>
            <a:r>
              <a:rPr lang="de-DE" sz="2000" b="1" dirty="0" err="1">
                <a:solidFill>
                  <a:schemeClr val="lt1"/>
                </a:solidFill>
                <a:latin typeface="Lato"/>
                <a:ea typeface="Lato"/>
                <a:cs typeface="Lato"/>
              </a:rPr>
              <a:t>between</a:t>
            </a:r>
            <a:r>
              <a:rPr lang="de-DE" sz="2000" b="1" dirty="0">
                <a:solidFill>
                  <a:schemeClr val="lt1"/>
                </a:solidFill>
                <a:latin typeface="Lato"/>
                <a:ea typeface="Lato"/>
                <a:cs typeface="Lato"/>
              </a:rPr>
              <a:t> 710 support and 737 </a:t>
            </a:r>
            <a:r>
              <a:rPr lang="de-DE" sz="2000" b="1" dirty="0" err="1">
                <a:solidFill>
                  <a:schemeClr val="lt1"/>
                </a:solidFill>
                <a:latin typeface="Lato"/>
                <a:ea typeface="Lato"/>
                <a:cs typeface="Lato"/>
              </a:rPr>
              <a:t>resistance</a:t>
            </a:r>
            <a:r>
              <a:rPr lang="de-DE" sz="2000" b="1" dirty="0">
                <a:solidFill>
                  <a:schemeClr val="lt1"/>
                </a:solidFill>
                <a:latin typeface="Lato"/>
                <a:ea typeface="Lato"/>
                <a:cs typeface="Lato"/>
              </a:rPr>
              <a:t>. A break </a:t>
            </a:r>
            <a:r>
              <a:rPr lang="de-DE" sz="2000" b="1" dirty="0" err="1">
                <a:solidFill>
                  <a:schemeClr val="lt1"/>
                </a:solidFill>
                <a:latin typeface="Lato"/>
                <a:ea typeface="Lato"/>
                <a:cs typeface="Lato"/>
              </a:rPr>
              <a:t>above</a:t>
            </a:r>
            <a:r>
              <a:rPr lang="de-DE" sz="2000" b="1" dirty="0">
                <a:solidFill>
                  <a:schemeClr val="lt1"/>
                </a:solidFill>
                <a:latin typeface="Lato"/>
                <a:ea typeface="Lato"/>
                <a:cs typeface="Lato"/>
              </a:rPr>
              <a:t> 737 </a:t>
            </a:r>
            <a:r>
              <a:rPr lang="de-DE" sz="2000" b="1" dirty="0" err="1">
                <a:solidFill>
                  <a:schemeClr val="lt1"/>
                </a:solidFill>
                <a:latin typeface="Lato"/>
                <a:ea typeface="Lato"/>
                <a:cs typeface="Lato"/>
              </a:rPr>
              <a:t>opens</a:t>
            </a:r>
            <a:r>
              <a:rPr lang="de-DE" sz="2000" b="1" dirty="0">
                <a:solidFill>
                  <a:schemeClr val="lt1"/>
                </a:solidFill>
                <a:latin typeface="Lato"/>
                <a:ea typeface="Lato"/>
                <a:cs typeface="Lato"/>
              </a:rPr>
              <a:t> the </a:t>
            </a:r>
            <a:r>
              <a:rPr lang="de-DE" sz="2000" b="1" dirty="0" err="1">
                <a:solidFill>
                  <a:schemeClr val="lt1"/>
                </a:solidFill>
                <a:latin typeface="Lato"/>
                <a:ea typeface="Lato"/>
                <a:cs typeface="Lato"/>
              </a:rPr>
              <a:t>door</a:t>
            </a:r>
            <a:r>
              <a:rPr lang="de-DE" sz="2000" b="1" dirty="0">
                <a:solidFill>
                  <a:schemeClr val="lt1"/>
                </a:solidFill>
                <a:latin typeface="Lato"/>
                <a:ea typeface="Lato"/>
                <a:cs typeface="Lato"/>
              </a:rPr>
              <a:t> to </a:t>
            </a:r>
            <a:r>
              <a:rPr lang="de-DE" sz="2000" b="1" dirty="0" err="1">
                <a:solidFill>
                  <a:schemeClr val="lt1"/>
                </a:solidFill>
                <a:latin typeface="Lato"/>
                <a:ea typeface="Lato"/>
                <a:cs typeface="Lato"/>
              </a:rPr>
              <a:t>new</a:t>
            </a:r>
            <a:r>
              <a:rPr lang="de-DE" sz="2000" b="1" dirty="0">
                <a:solidFill>
                  <a:schemeClr val="lt1"/>
                </a:solidFill>
                <a:latin typeface="Lato"/>
                <a:ea typeface="Lato"/>
                <a:cs typeface="Lato"/>
              </a:rPr>
              <a:t> all-time </a:t>
            </a:r>
            <a:r>
              <a:rPr lang="de-DE" sz="2000" b="1" dirty="0" err="1">
                <a:solidFill>
                  <a:schemeClr val="lt1"/>
                </a:solidFill>
                <a:latin typeface="Lato"/>
                <a:ea typeface="Lato"/>
                <a:cs typeface="Lato"/>
              </a:rPr>
              <a:t>highs</a:t>
            </a:r>
            <a:r>
              <a:rPr lang="de-DE" sz="2000" b="1" dirty="0">
                <a:solidFill>
                  <a:schemeClr val="lt1"/>
                </a:solidFill>
                <a:latin typeface="Lato"/>
                <a:ea typeface="Lato"/>
                <a:cs typeface="Lato"/>
              </a:rPr>
              <a:t>, a break </a:t>
            </a:r>
            <a:r>
              <a:rPr lang="de-DE" sz="2000" b="1" dirty="0" err="1">
                <a:solidFill>
                  <a:schemeClr val="lt1"/>
                </a:solidFill>
                <a:latin typeface="Lato"/>
                <a:ea typeface="Lato"/>
                <a:cs typeface="Lato"/>
              </a:rPr>
              <a:t>below</a:t>
            </a:r>
            <a:r>
              <a:rPr lang="de-DE" sz="2000" b="1" dirty="0">
                <a:solidFill>
                  <a:schemeClr val="lt1"/>
                </a:solidFill>
                <a:latin typeface="Lato"/>
                <a:ea typeface="Lato"/>
                <a:cs typeface="Lato"/>
              </a:rPr>
              <a:t> 710 </a:t>
            </a:r>
            <a:r>
              <a:rPr lang="de-DE" sz="2000" b="1" dirty="0" err="1">
                <a:solidFill>
                  <a:schemeClr val="lt1"/>
                </a:solidFill>
                <a:latin typeface="Lato"/>
                <a:ea typeface="Lato"/>
                <a:cs typeface="Lato"/>
              </a:rPr>
              <a:t>targets</a:t>
            </a:r>
            <a:r>
              <a:rPr lang="de-DE" sz="2000" b="1" dirty="0">
                <a:solidFill>
                  <a:schemeClr val="lt1"/>
                </a:solidFill>
                <a:latin typeface="Lato"/>
                <a:ea typeface="Lato"/>
                <a:cs typeface="Lato"/>
              </a:rPr>
              <a:t> the 695–700 </a:t>
            </a:r>
            <a:r>
              <a:rPr lang="de-DE" sz="2000" b="1" dirty="0" err="1">
                <a:solidFill>
                  <a:schemeClr val="lt1"/>
                </a:solidFill>
                <a:latin typeface="Lato"/>
                <a:ea typeface="Lato"/>
                <a:cs typeface="Lato"/>
              </a:rPr>
              <a:t>cluster</a:t>
            </a:r>
            <a:endParaRPr lang="de-DE" sz="2000" b="1" dirty="0">
              <a:solidFill>
                <a:schemeClr val="lt1"/>
              </a:solidFill>
              <a:latin typeface="Lato"/>
              <a:ea typeface="Lato"/>
              <a:cs typeface="Lato"/>
              <a:sym typeface="Calibri"/>
            </a:endParaRPr>
          </a:p>
        </p:txBody>
      </p:sp>
      <p:pic>
        <p:nvPicPr>
          <p:cNvPr id="159" name="Google Shape;159;g24a03e67d01_0_9"/>
          <p:cNvPicPr preferRelativeResize="0"/>
          <p:nvPr/>
        </p:nvPicPr>
        <p:blipFill>
          <a:blip r:embed="rId4">
            <a:alphaModFix/>
          </a:blip>
          <a:stretch>
            <a:fillRect/>
          </a:stretch>
        </p:blipFill>
        <p:spPr>
          <a:xfrm>
            <a:off x="0" y="0"/>
            <a:ext cx="3371850" cy="866775"/>
          </a:xfrm>
          <a:prstGeom prst="rect">
            <a:avLst/>
          </a:prstGeom>
          <a:noFill/>
          <a:ln>
            <a:noFill/>
          </a:ln>
        </p:spPr>
      </p:pic>
      <p:pic>
        <p:nvPicPr>
          <p:cNvPr id="6" name="Grafik 5" descr="The image shows a stock market chart for QQQ (Invesco QQQ Trust Series I), with a slight downward trend, current price at $713.00, and indicators suggesting a neutral market with potential for a bullish move.&#10;&#10;KI-generierte Inhalte können fehlerhaft sein.">
            <a:extLst>
              <a:ext uri="{FF2B5EF4-FFF2-40B4-BE49-F238E27FC236}">
                <a16:creationId xmlns:a16="http://schemas.microsoft.com/office/drawing/2014/main" id="{81EE4D10-7285-EB5F-5865-7F7B9C15A323}"/>
              </a:ext>
            </a:extLst>
          </p:cNvPr>
          <p:cNvPicPr>
            <a:picLocks noChangeAspect="1"/>
          </p:cNvPicPr>
          <p:nvPr/>
        </p:nvPicPr>
        <p:blipFill>
          <a:blip r:embed="rId5"/>
          <a:stretch>
            <a:fillRect/>
          </a:stretch>
        </p:blipFill>
        <p:spPr>
          <a:xfrm>
            <a:off x="7137220" y="1703917"/>
            <a:ext cx="11300271" cy="659392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1"/>
        <p:cNvGrpSpPr/>
        <p:nvPr/>
      </p:nvGrpSpPr>
      <p:grpSpPr>
        <a:xfrm>
          <a:off x="0" y="0"/>
          <a:ext cx="0" cy="0"/>
          <a:chOff x="0" y="0"/>
          <a:chExt cx="0" cy="0"/>
        </a:xfrm>
      </p:grpSpPr>
      <p:sp>
        <p:nvSpPr>
          <p:cNvPr id="172" name="Google Shape;172;g24a03e67d01_0_28"/>
          <p:cNvSpPr txBox="1"/>
          <p:nvPr/>
        </p:nvSpPr>
        <p:spPr>
          <a:xfrm>
            <a:off x="1050878" y="177421"/>
            <a:ext cx="6963927" cy="1733266"/>
          </a:xfrm>
          <a:prstGeom prst="rect">
            <a:avLst/>
          </a:prstGeom>
          <a:noFill/>
          <a:ln>
            <a:noFill/>
          </a:ln>
        </p:spPr>
        <p:txBody>
          <a:bodyPr spcFirstLastPara="1" wrap="square" lIns="137150" tIns="68550" rIns="137150" bIns="68550" anchor="ctr" anchorCtr="0">
            <a:noAutofit/>
          </a:bodyPr>
          <a:lstStyle/>
          <a:p>
            <a:pPr marL="0" marR="0" lvl="0" indent="0" algn="ctr" rtl="0">
              <a:lnSpc>
                <a:spcPct val="90000"/>
              </a:lnSpc>
              <a:spcBef>
                <a:spcPts val="0"/>
              </a:spcBef>
              <a:spcAft>
                <a:spcPts val="0"/>
              </a:spcAft>
              <a:buClr>
                <a:schemeClr val="lt1"/>
              </a:buClr>
              <a:buSzPts val="5400"/>
              <a:buFont typeface="Raleway Thin"/>
              <a:buNone/>
            </a:pPr>
            <a:r>
              <a:rPr lang="en-US" sz="4100" b="1" i="0" u="none" strike="noStrike" cap="none" dirty="0">
                <a:solidFill>
                  <a:schemeClr val="lt1"/>
                </a:solidFill>
                <a:latin typeface="Lato"/>
                <a:ea typeface="Lato"/>
                <a:cs typeface="Lato"/>
                <a:sym typeface="Lato"/>
              </a:rPr>
              <a:t>INTRADAY FUNDAMENTALS</a:t>
            </a:r>
            <a:endParaRPr sz="4100" b="1" i="0" u="none" strike="noStrike" cap="none" dirty="0">
              <a:solidFill>
                <a:schemeClr val="lt1"/>
              </a:solidFill>
              <a:latin typeface="Lato"/>
              <a:ea typeface="Lato"/>
              <a:cs typeface="Lato"/>
              <a:sym typeface="Lato"/>
            </a:endParaRPr>
          </a:p>
        </p:txBody>
      </p:sp>
      <p:sp>
        <p:nvSpPr>
          <p:cNvPr id="173" name="Google Shape;173;g24a03e67d01_0_28"/>
          <p:cNvSpPr txBox="1"/>
          <p:nvPr/>
        </p:nvSpPr>
        <p:spPr>
          <a:xfrm>
            <a:off x="80918" y="1668422"/>
            <a:ext cx="7620465" cy="7062069"/>
          </a:xfrm>
          <a:prstGeom prst="rect">
            <a:avLst/>
          </a:prstGeom>
          <a:noFill/>
          <a:ln>
            <a:noFill/>
          </a:ln>
        </p:spPr>
        <p:txBody>
          <a:bodyPr spcFirstLastPara="1" wrap="square" lIns="137150" tIns="68550" rIns="137150" bIns="68550" anchor="t" anchorCtr="0">
            <a:noAutofit/>
          </a:bodyPr>
          <a:lstStyle/>
          <a:p>
            <a:pPr marL="685800" indent="-533400">
              <a:buClr>
                <a:schemeClr val="lt1"/>
              </a:buClr>
              <a:buSzPts val="3000"/>
              <a:buFont typeface="Lato"/>
              <a:buChar char="●"/>
            </a:pP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Bitcoin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is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the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driver</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not the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business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MSTR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is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up</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~7%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today</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as Bitcoin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rallied</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past</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$71,000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amid</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significant</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short</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liquidations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The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core</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software</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business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reported</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revenue</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of $122.4M — flat versus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consensus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of $122.9M — but MSTR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trades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as a leveraged Bitcoin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proxy</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not a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software</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company</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The GAAP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net</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loss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of $8.3B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from</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unrealized</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Bitcoin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markdowns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is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the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headline</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but the tape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ignores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it</a:t>
            </a:r>
          </a:p>
          <a:p>
            <a:pPr marL="685800" indent="-533400">
              <a:buClr>
                <a:schemeClr val="lt1"/>
              </a:buClr>
              <a:buSzPts val="3000"/>
              <a:buFont typeface="Lato"/>
              <a:buChar char="●"/>
            </a:pP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The Bitcoin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stack</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is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massive.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MicroStrategy</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holds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~846,000 BTC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acquired</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for ~$63.36B,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making</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it by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far</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the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largest</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corporate</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Bitcoin holder. Management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raised</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over</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$4.2B in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fresh</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equity</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capital</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cut</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convertible</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debt</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by 18%, and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built</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 $3.75B USD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reserve</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covering</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~25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months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of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preferred</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dividends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Tactical</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BTC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sales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of 3,300+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coins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for $213M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signal</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active</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treasury</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management</a:t>
            </a:r>
            <a:endParaRPr lang="de-DE" sz="2200" dirty="0">
              <a:solidFill>
                <a:schemeClr val="bg1"/>
              </a:solidFill>
              <a:latin typeface="Lato" panose="020F0502020204030203" pitchFamily="34" charset="0"/>
              <a:ea typeface="Lato" panose="020F0502020204030203" pitchFamily="34" charset="0"/>
              <a:cs typeface="Lato" panose="020F0502020204030203" pitchFamily="34" charset="0"/>
            </a:endParaRPr>
          </a:p>
          <a:p>
            <a:pPr marL="685800" indent="-533400">
              <a:buClr>
                <a:schemeClr val="lt1"/>
              </a:buClr>
              <a:buSzPts val="3000"/>
              <a:buFont typeface="Lato"/>
              <a:buChar char="●"/>
            </a:pP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Institutional</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validation</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MicroStrategy</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joined</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the Bitcoin Security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Consortium</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alongside</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BlackRock, Coinbase, Galaxy, and Block —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committing</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to Bitcoin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security</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and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quantum-resilience</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research</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Bullish</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call</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flow</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flagged</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by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Cboe</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with</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shares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up</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double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digits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on Tuesday and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Thursday</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this</a:t>
            </a:r>
            <a:r>
              <a:rPr lang="de-DE" sz="22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de-DE" sz="2200" dirty="0" err="1">
                <a:solidFill>
                  <a:schemeClr val="bg1"/>
                </a:solidFill>
                <a:latin typeface="Lato" panose="020F0502020204030203" pitchFamily="34" charset="0"/>
                <a:ea typeface="Lato" panose="020F0502020204030203" pitchFamily="34" charset="0"/>
                <a:cs typeface="Lato" panose="020F0502020204030203" pitchFamily="34" charset="0"/>
              </a:rPr>
              <a:t>week</a:t>
            </a:r>
            <a:endParaRPr lang="de-DE" sz="220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grpSp>
        <p:nvGrpSpPr>
          <p:cNvPr id="174" name="Google Shape;174;g24a03e67d01_0_28"/>
          <p:cNvGrpSpPr/>
          <p:nvPr/>
        </p:nvGrpSpPr>
        <p:grpSpPr>
          <a:xfrm>
            <a:off x="14136668" y="1017680"/>
            <a:ext cx="3495636" cy="1307422"/>
            <a:chOff x="9099973" y="3568923"/>
            <a:chExt cx="2330424" cy="2546100"/>
          </a:xfrm>
        </p:grpSpPr>
        <p:sp>
          <p:nvSpPr>
            <p:cNvPr id="175" name="Google Shape;175;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176" name="Google Shape;176;g24a03e67d01_0_28"/>
            <p:cNvSpPr txBox="1"/>
            <p:nvPr/>
          </p:nvSpPr>
          <p:spPr>
            <a:xfrm>
              <a:off x="9099973" y="4750220"/>
              <a:ext cx="2267100" cy="1152300"/>
            </a:xfrm>
            <a:prstGeom prst="rect">
              <a:avLst/>
            </a:prstGeom>
            <a:noFill/>
            <a:ln>
              <a:noFill/>
            </a:ln>
          </p:spPr>
          <p:txBody>
            <a:bodyPr spcFirstLastPara="1" wrap="square" lIns="137150" tIns="68550" rIns="137150" bIns="68550" anchor="t" anchorCtr="0">
              <a:noAutofit/>
            </a:bodyPr>
            <a:lstStyle/>
            <a:p>
              <a:pPr lvl="0" algn="ctr">
                <a:buClr>
                  <a:schemeClr val="dk1"/>
                </a:buClr>
                <a:buSzPts val="2400"/>
              </a:pPr>
              <a:r>
                <a:rPr lang="de-DE" sz="2400" dirty="0">
                  <a:solidFill>
                    <a:schemeClr val="dk1"/>
                  </a:solidFill>
                  <a:latin typeface="Lato"/>
                  <a:ea typeface="Lato"/>
                  <a:cs typeface="Lato"/>
                </a:rPr>
                <a:t>392M</a:t>
              </a:r>
              <a:endParaRPr sz="2400" dirty="0">
                <a:solidFill>
                  <a:schemeClr val="dk1"/>
                </a:solidFill>
                <a:latin typeface="Lato"/>
                <a:ea typeface="Lato"/>
                <a:cs typeface="Lato"/>
                <a:sym typeface="Lato"/>
              </a:endParaRPr>
            </a:p>
          </p:txBody>
        </p:sp>
        <p:sp>
          <p:nvSpPr>
            <p:cNvPr id="177" name="Google Shape;177;g24a03e67d01_0_28"/>
            <p:cNvSpPr txBox="1"/>
            <p:nvPr/>
          </p:nvSpPr>
          <p:spPr>
            <a:xfrm>
              <a:off x="9178203" y="3683890"/>
              <a:ext cx="2252100" cy="1152300"/>
            </a:xfrm>
            <a:prstGeom prst="rect">
              <a:avLst/>
            </a:prstGeom>
            <a:noFill/>
            <a:ln>
              <a:noFill/>
            </a:ln>
          </p:spPr>
          <p:txBody>
            <a:bodyPr spcFirstLastPara="1" wrap="square" lIns="137150" tIns="68550" rIns="137150" bIns="68550" anchor="t" anchorCtr="0">
              <a:noAutofit/>
            </a:bodyPr>
            <a:lstStyle/>
            <a:p>
              <a:pPr algn="ctr">
                <a:buSzPts val="2700"/>
              </a:pPr>
              <a:r>
                <a:rPr lang="de-DE" sz="2700" b="1" dirty="0" err="1">
                  <a:solidFill>
                    <a:schemeClr val="dk1"/>
                  </a:solidFill>
                  <a:latin typeface="Lato"/>
                  <a:ea typeface="Lato"/>
                  <a:cs typeface="Lato"/>
                </a:rPr>
                <a:t>Shs</a:t>
              </a:r>
              <a:r>
                <a:rPr lang="de-DE" sz="2700" b="1" dirty="0">
                  <a:solidFill>
                    <a:schemeClr val="dk1"/>
                  </a:solidFill>
                  <a:latin typeface="Lato"/>
                  <a:ea typeface="Lato"/>
                  <a:cs typeface="Lato"/>
                </a:rPr>
                <a:t> </a:t>
              </a:r>
              <a:r>
                <a:rPr lang="de-DE" sz="2700" b="1" dirty="0" err="1">
                  <a:solidFill>
                    <a:schemeClr val="dk1"/>
                  </a:solidFill>
                  <a:latin typeface="Lato"/>
                  <a:ea typeface="Lato"/>
                  <a:cs typeface="Lato"/>
                </a:rPr>
                <a:t>Float</a:t>
              </a:r>
              <a:endParaRPr sz="2700" b="1" dirty="0">
                <a:solidFill>
                  <a:schemeClr val="dk1"/>
                </a:solidFill>
                <a:latin typeface="Lato"/>
                <a:ea typeface="Lato"/>
                <a:cs typeface="Lato"/>
                <a:sym typeface="Lato"/>
              </a:endParaRPr>
            </a:p>
          </p:txBody>
        </p:sp>
      </p:grpSp>
      <p:grpSp>
        <p:nvGrpSpPr>
          <p:cNvPr id="178" name="Google Shape;178;g24a03e67d01_0_28"/>
          <p:cNvGrpSpPr/>
          <p:nvPr/>
        </p:nvGrpSpPr>
        <p:grpSpPr>
          <a:xfrm>
            <a:off x="9431241" y="1044054"/>
            <a:ext cx="3528940" cy="1307422"/>
            <a:chOff x="9114979" y="3568923"/>
            <a:chExt cx="2315424" cy="2546100"/>
          </a:xfrm>
        </p:grpSpPr>
        <p:sp>
          <p:nvSpPr>
            <p:cNvPr id="179" name="Google Shape;179;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180" name="Google Shape;180;g24a03e67d01_0_28"/>
            <p:cNvSpPr txBox="1"/>
            <p:nvPr/>
          </p:nvSpPr>
          <p:spPr>
            <a:xfrm>
              <a:off x="9163303" y="4739470"/>
              <a:ext cx="2267100" cy="1152300"/>
            </a:xfrm>
            <a:prstGeom prst="rect">
              <a:avLst/>
            </a:prstGeom>
            <a:noFill/>
            <a:ln>
              <a:noFill/>
            </a:ln>
          </p:spPr>
          <p:txBody>
            <a:bodyPr spcFirstLastPara="1" wrap="square" lIns="137150" tIns="68550" rIns="137150" bIns="68550" anchor="t" anchorCtr="0">
              <a:noAutofit/>
            </a:bodyPr>
            <a:lstStyle/>
            <a:p>
              <a:pPr algn="ctr">
                <a:buClr>
                  <a:schemeClr val="dk1"/>
                </a:buClr>
                <a:buSzPts val="2400"/>
              </a:pPr>
              <a:r>
                <a:rPr lang="de-DE" sz="2400" dirty="0">
                  <a:solidFill>
                    <a:schemeClr val="dk1"/>
                  </a:solidFill>
                  <a:latin typeface="Lato"/>
                  <a:ea typeface="Lato"/>
                  <a:cs typeface="Lato"/>
                </a:rPr>
                <a:t>20.18M</a:t>
              </a:r>
              <a:endParaRPr sz="2400" dirty="0">
                <a:solidFill>
                  <a:schemeClr val="dk1"/>
                </a:solidFill>
                <a:latin typeface="Lato"/>
                <a:ea typeface="Lato"/>
                <a:cs typeface="Lato"/>
                <a:sym typeface="Lato"/>
              </a:endParaRPr>
            </a:p>
          </p:txBody>
        </p:sp>
        <p:sp>
          <p:nvSpPr>
            <p:cNvPr id="181" name="Google Shape;181;g24a03e67d01_0_28"/>
            <p:cNvSpPr txBox="1"/>
            <p:nvPr/>
          </p:nvSpPr>
          <p:spPr>
            <a:xfrm>
              <a:off x="9114979" y="3683891"/>
              <a:ext cx="2252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dirty="0">
                  <a:solidFill>
                    <a:schemeClr val="dk1"/>
                  </a:solidFill>
                  <a:latin typeface="Lato"/>
                  <a:ea typeface="Lato"/>
                  <a:cs typeface="Lato"/>
                  <a:sym typeface="Lato"/>
                </a:rPr>
                <a:t>AVOL</a:t>
              </a:r>
              <a:endParaRPr sz="2700" b="1" i="0" u="none" strike="noStrike" cap="none" dirty="0">
                <a:solidFill>
                  <a:schemeClr val="dk1"/>
                </a:solidFill>
                <a:latin typeface="Lato"/>
                <a:ea typeface="Lato"/>
                <a:cs typeface="Lato"/>
                <a:sym typeface="Lato"/>
              </a:endParaRPr>
            </a:p>
          </p:txBody>
        </p:sp>
      </p:grpSp>
      <p:grpSp>
        <p:nvGrpSpPr>
          <p:cNvPr id="182" name="Google Shape;182;g24a03e67d01_0_28"/>
          <p:cNvGrpSpPr/>
          <p:nvPr/>
        </p:nvGrpSpPr>
        <p:grpSpPr>
          <a:xfrm>
            <a:off x="14242758" y="2792742"/>
            <a:ext cx="3400659" cy="1307422"/>
            <a:chOff x="9163297" y="3568923"/>
            <a:chExt cx="2267106" cy="2546100"/>
          </a:xfrm>
        </p:grpSpPr>
        <p:sp>
          <p:nvSpPr>
            <p:cNvPr id="183" name="Google Shape;183;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184" name="Google Shape;184;g24a03e67d01_0_28"/>
            <p:cNvSpPr txBox="1"/>
            <p:nvPr/>
          </p:nvSpPr>
          <p:spPr>
            <a:xfrm>
              <a:off x="9163303" y="4739470"/>
              <a:ext cx="2267100" cy="1152300"/>
            </a:xfrm>
            <a:prstGeom prst="rect">
              <a:avLst/>
            </a:prstGeom>
            <a:noFill/>
            <a:ln>
              <a:noFill/>
            </a:ln>
          </p:spPr>
          <p:txBody>
            <a:bodyPr spcFirstLastPara="1" wrap="square" lIns="137150" tIns="68550" rIns="137150" bIns="68550" anchor="t" anchorCtr="0">
              <a:noAutofit/>
            </a:bodyPr>
            <a:lstStyle/>
            <a:p>
              <a:pPr algn="ctr">
                <a:buClr>
                  <a:schemeClr val="dk1"/>
                </a:buClr>
                <a:buSzPts val="2400"/>
              </a:pPr>
              <a:r>
                <a:rPr lang="de-DE" sz="2400" dirty="0">
                  <a:solidFill>
                    <a:schemeClr val="dk1"/>
                  </a:solidFill>
                  <a:latin typeface="Lato"/>
                  <a:ea typeface="Lato"/>
                  <a:cs typeface="Lato"/>
                </a:rPr>
                <a:t>35%</a:t>
              </a:r>
              <a:endParaRPr sz="2400" dirty="0">
                <a:solidFill>
                  <a:schemeClr val="dk1"/>
                </a:solidFill>
                <a:latin typeface="Lato"/>
                <a:ea typeface="Lato"/>
                <a:cs typeface="Lato"/>
                <a:sym typeface="Lato"/>
              </a:endParaRPr>
            </a:p>
          </p:txBody>
        </p:sp>
        <p:sp>
          <p:nvSpPr>
            <p:cNvPr id="185" name="Google Shape;185;g24a03e67d01_0_28"/>
            <p:cNvSpPr txBox="1"/>
            <p:nvPr/>
          </p:nvSpPr>
          <p:spPr>
            <a:xfrm>
              <a:off x="9178203" y="3683890"/>
              <a:ext cx="2252100" cy="1152300"/>
            </a:xfrm>
            <a:prstGeom prst="rect">
              <a:avLst/>
            </a:prstGeom>
            <a:noFill/>
            <a:ln>
              <a:noFill/>
            </a:ln>
          </p:spPr>
          <p:txBody>
            <a:bodyPr spcFirstLastPara="1" wrap="square" lIns="137150" tIns="68550" rIns="137150" bIns="68550" anchor="t" anchorCtr="0">
              <a:noAutofit/>
            </a:bodyPr>
            <a:lstStyle/>
            <a:p>
              <a:pPr algn="ctr">
                <a:buSzPts val="2700"/>
              </a:pPr>
              <a:r>
                <a:rPr lang="de-DE" sz="2700" b="1" dirty="0" err="1">
                  <a:solidFill>
                    <a:schemeClr val="dk1"/>
                  </a:solidFill>
                  <a:latin typeface="Lato"/>
                  <a:ea typeface="Lato"/>
                  <a:cs typeface="Lato"/>
                  <a:sym typeface="Lato"/>
                </a:rPr>
                <a:t>Inst</a:t>
              </a:r>
              <a:r>
                <a:rPr lang="de-DE" sz="2700" b="1" dirty="0">
                  <a:solidFill>
                    <a:schemeClr val="dk1"/>
                  </a:solidFill>
                  <a:latin typeface="Lato"/>
                  <a:ea typeface="Lato"/>
                  <a:cs typeface="Lato"/>
                  <a:sym typeface="Lato"/>
                </a:rPr>
                <a:t> Own </a:t>
              </a:r>
              <a:endParaRPr sz="2700" b="1" dirty="0">
                <a:solidFill>
                  <a:schemeClr val="dk1"/>
                </a:solidFill>
                <a:latin typeface="Lato"/>
                <a:ea typeface="Lato"/>
                <a:cs typeface="Lato"/>
                <a:sym typeface="Lato"/>
              </a:endParaRPr>
            </a:p>
          </p:txBody>
        </p:sp>
      </p:grpSp>
      <p:grpSp>
        <p:nvGrpSpPr>
          <p:cNvPr id="186" name="Google Shape;186;g24a03e67d01_0_28"/>
          <p:cNvGrpSpPr/>
          <p:nvPr/>
        </p:nvGrpSpPr>
        <p:grpSpPr>
          <a:xfrm>
            <a:off x="9487195" y="2753855"/>
            <a:ext cx="3400659" cy="1307422"/>
            <a:chOff x="9163297" y="3568923"/>
            <a:chExt cx="2267106" cy="2546100"/>
          </a:xfrm>
        </p:grpSpPr>
        <p:sp>
          <p:nvSpPr>
            <p:cNvPr id="187" name="Google Shape;187;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188" name="Google Shape;188;g24a03e67d01_0_28"/>
            <p:cNvSpPr txBox="1"/>
            <p:nvPr/>
          </p:nvSpPr>
          <p:spPr>
            <a:xfrm>
              <a:off x="9163303" y="4739470"/>
              <a:ext cx="2267100" cy="1152300"/>
            </a:xfrm>
            <a:prstGeom prst="rect">
              <a:avLst/>
            </a:prstGeom>
            <a:noFill/>
            <a:ln>
              <a:noFill/>
            </a:ln>
          </p:spPr>
          <p:txBody>
            <a:bodyPr spcFirstLastPara="1" wrap="square" lIns="137150" tIns="68550" rIns="137150" bIns="68550" anchor="t" anchorCtr="0">
              <a:noAutofit/>
            </a:bodyPr>
            <a:lstStyle>
              <a:defPPr marR="0" lvl="0" algn="l" rtl="0">
                <a:lnSpc>
                  <a:spcPct val="100000"/>
                </a:lnSpc>
                <a:spcBef>
                  <a:spcPts val="0"/>
                </a:spcBef>
                <a:spcAft>
                  <a:spcPts val="0"/>
                </a:spcAft>
              </a:defPPr>
              <a:lvl1pPr algn="ctr">
                <a:buClr>
                  <a:schemeClr val="dk1"/>
                </a:buClr>
                <a:buSzPts val="2400"/>
                <a:defRPr sz="2400"/>
              </a:lvl1pPr>
            </a:lstStyle>
            <a:p>
              <a:r>
                <a:rPr lang="de-DE" dirty="0">
                  <a:solidFill>
                    <a:schemeClr val="dk1"/>
                  </a:solidFill>
                  <a:latin typeface="Lato"/>
                  <a:ea typeface="Lato"/>
                  <a:cs typeface="Lato"/>
                  <a:sym typeface="Lato"/>
                </a:rPr>
                <a:t>45M</a:t>
              </a:r>
              <a:endParaRPr dirty="0">
                <a:solidFill>
                  <a:schemeClr val="dk1"/>
                </a:solidFill>
                <a:latin typeface="Lato"/>
                <a:ea typeface="Lato"/>
                <a:cs typeface="Lato"/>
                <a:sym typeface="Lato"/>
              </a:endParaRPr>
            </a:p>
          </p:txBody>
        </p:sp>
        <p:sp>
          <p:nvSpPr>
            <p:cNvPr id="189" name="Google Shape;189;g24a03e67d01_0_28"/>
            <p:cNvSpPr txBox="1"/>
            <p:nvPr/>
          </p:nvSpPr>
          <p:spPr>
            <a:xfrm>
              <a:off x="9178203" y="3683890"/>
              <a:ext cx="2252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dirty="0">
                  <a:solidFill>
                    <a:schemeClr val="dk1"/>
                  </a:solidFill>
                  <a:latin typeface="Lato"/>
                  <a:ea typeface="Lato"/>
                  <a:cs typeface="Lato"/>
                  <a:sym typeface="Lato"/>
                </a:rPr>
                <a:t>Volume </a:t>
              </a:r>
              <a:endParaRPr sz="2700" b="1" i="0" u="none" strike="noStrike" cap="none" dirty="0">
                <a:solidFill>
                  <a:schemeClr val="dk1"/>
                </a:solidFill>
                <a:latin typeface="Lato"/>
                <a:ea typeface="Lato"/>
                <a:cs typeface="Lato"/>
                <a:sym typeface="Lato"/>
              </a:endParaRPr>
            </a:p>
          </p:txBody>
        </p:sp>
      </p:grpSp>
      <p:grpSp>
        <p:nvGrpSpPr>
          <p:cNvPr id="190" name="Google Shape;190;g24a03e67d01_0_28"/>
          <p:cNvGrpSpPr/>
          <p:nvPr/>
        </p:nvGrpSpPr>
        <p:grpSpPr>
          <a:xfrm>
            <a:off x="14231654" y="4513510"/>
            <a:ext cx="3411613" cy="1307422"/>
            <a:chOff x="9114973" y="3568923"/>
            <a:chExt cx="2315424" cy="2546100"/>
          </a:xfrm>
        </p:grpSpPr>
        <p:sp>
          <p:nvSpPr>
            <p:cNvPr id="191" name="Google Shape;191;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192" name="Google Shape;192;g24a03e67d01_0_28"/>
            <p:cNvSpPr txBox="1"/>
            <p:nvPr/>
          </p:nvSpPr>
          <p:spPr>
            <a:xfrm>
              <a:off x="9114973" y="4739471"/>
              <a:ext cx="2267100" cy="1152300"/>
            </a:xfrm>
            <a:prstGeom prst="rect">
              <a:avLst/>
            </a:prstGeom>
            <a:noFill/>
            <a:ln>
              <a:noFill/>
            </a:ln>
          </p:spPr>
          <p:txBody>
            <a:bodyPr spcFirstLastPara="1" wrap="square" lIns="137150" tIns="68550" rIns="137150" bIns="68550" anchor="t" anchorCtr="0">
              <a:noAutofit/>
            </a:bodyPr>
            <a:lstStyle/>
            <a:p>
              <a:pPr marL="0" lvl="0" indent="0" algn="ctr">
                <a:buClr>
                  <a:schemeClr val="dk1"/>
                </a:buClr>
                <a:buSzPts val="2400"/>
                <a:buFont typeface="Arial"/>
                <a:buNone/>
              </a:pPr>
              <a:r>
                <a:rPr lang="de-DE" sz="2400" dirty="0">
                  <a:solidFill>
                    <a:schemeClr val="dk1"/>
                  </a:solidFill>
                  <a:latin typeface="Lato"/>
                  <a:ea typeface="Lato"/>
                  <a:cs typeface="Lato"/>
                  <a:sym typeface="Lato"/>
                </a:rPr>
                <a:t>15%</a:t>
              </a:r>
              <a:endParaRPr sz="2400" dirty="0">
                <a:solidFill>
                  <a:schemeClr val="dk1"/>
                </a:solidFill>
                <a:latin typeface="Lato"/>
                <a:ea typeface="Lato"/>
                <a:cs typeface="Lato"/>
                <a:sym typeface="Lato"/>
              </a:endParaRPr>
            </a:p>
          </p:txBody>
        </p:sp>
        <p:sp>
          <p:nvSpPr>
            <p:cNvPr id="193" name="Google Shape;193;g24a03e67d01_0_28"/>
            <p:cNvSpPr txBox="1"/>
            <p:nvPr/>
          </p:nvSpPr>
          <p:spPr>
            <a:xfrm>
              <a:off x="9178203" y="3683890"/>
              <a:ext cx="2252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dirty="0">
                  <a:solidFill>
                    <a:schemeClr val="dk1"/>
                  </a:solidFill>
                  <a:latin typeface="Lato"/>
                  <a:ea typeface="Lato"/>
                  <a:cs typeface="Lato"/>
                  <a:sym typeface="Lato"/>
                </a:rPr>
                <a:t>Short Interest </a:t>
              </a:r>
              <a:endParaRPr sz="2100" b="1" i="0" u="none" strike="noStrike" cap="none" dirty="0">
                <a:solidFill>
                  <a:schemeClr val="dk1"/>
                </a:solidFill>
                <a:latin typeface="Lato"/>
                <a:ea typeface="Lato"/>
                <a:cs typeface="Lato"/>
                <a:sym typeface="Lato"/>
              </a:endParaRPr>
            </a:p>
          </p:txBody>
        </p:sp>
      </p:grpSp>
      <p:grpSp>
        <p:nvGrpSpPr>
          <p:cNvPr id="194" name="Google Shape;194;g24a03e67d01_0_28"/>
          <p:cNvGrpSpPr/>
          <p:nvPr/>
        </p:nvGrpSpPr>
        <p:grpSpPr>
          <a:xfrm>
            <a:off x="9431241" y="4488677"/>
            <a:ext cx="3422859" cy="1307422"/>
            <a:chOff x="9163297" y="3568923"/>
            <a:chExt cx="2267106" cy="2546100"/>
          </a:xfrm>
        </p:grpSpPr>
        <p:sp>
          <p:nvSpPr>
            <p:cNvPr id="195" name="Google Shape;195;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196" name="Google Shape;196;g24a03e67d01_0_28"/>
            <p:cNvSpPr txBox="1"/>
            <p:nvPr/>
          </p:nvSpPr>
          <p:spPr>
            <a:xfrm>
              <a:off x="9163303" y="4739470"/>
              <a:ext cx="2267100" cy="1152300"/>
            </a:xfrm>
            <a:prstGeom prst="rect">
              <a:avLst/>
            </a:prstGeom>
            <a:noFill/>
            <a:ln>
              <a:noFill/>
            </a:ln>
          </p:spPr>
          <p:txBody>
            <a:bodyPr spcFirstLastPara="1" wrap="square" lIns="137150" tIns="68550" rIns="137150" bIns="68550" anchor="t" anchorCtr="0">
              <a:noAutofit/>
            </a:bodyPr>
            <a:lstStyle/>
            <a:p>
              <a:pPr lvl="0" algn="ctr">
                <a:buClr>
                  <a:schemeClr val="dk1"/>
                </a:buClr>
                <a:buSzPts val="2400"/>
              </a:pPr>
              <a:r>
                <a:rPr lang="en-US" sz="2400" dirty="0">
                  <a:solidFill>
                    <a:schemeClr val="dk1"/>
                  </a:solidFill>
                  <a:latin typeface="Lato"/>
                  <a:ea typeface="Lato"/>
                  <a:cs typeface="Lato"/>
                  <a:sym typeface="Lato"/>
                </a:rPr>
                <a:t>3.5</a:t>
              </a:r>
            </a:p>
          </p:txBody>
        </p:sp>
        <p:sp>
          <p:nvSpPr>
            <p:cNvPr id="197" name="Google Shape;197;g24a03e67d01_0_28"/>
            <p:cNvSpPr txBox="1"/>
            <p:nvPr/>
          </p:nvSpPr>
          <p:spPr>
            <a:xfrm>
              <a:off x="9178203" y="3683890"/>
              <a:ext cx="2252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dirty="0">
                  <a:solidFill>
                    <a:schemeClr val="dk1"/>
                  </a:solidFill>
                  <a:latin typeface="Lato"/>
                  <a:ea typeface="Lato"/>
                  <a:cs typeface="Lato"/>
                  <a:sym typeface="Lato"/>
                </a:rPr>
                <a:t>RVOL </a:t>
              </a:r>
              <a:endParaRPr sz="2700" b="1" i="0" u="none" strike="noStrike" cap="none" dirty="0">
                <a:solidFill>
                  <a:schemeClr val="dk1"/>
                </a:solidFill>
                <a:latin typeface="Lato"/>
                <a:ea typeface="Lato"/>
                <a:cs typeface="Lato"/>
                <a:sym typeface="Lato"/>
              </a:endParaRPr>
            </a:p>
          </p:txBody>
        </p:sp>
      </p:grpSp>
      <p:grpSp>
        <p:nvGrpSpPr>
          <p:cNvPr id="198" name="Google Shape;198;g24a03e67d01_0_28"/>
          <p:cNvGrpSpPr/>
          <p:nvPr/>
        </p:nvGrpSpPr>
        <p:grpSpPr>
          <a:xfrm>
            <a:off x="14159168" y="6226205"/>
            <a:ext cx="3483961" cy="1307422"/>
            <a:chOff x="9114973" y="3568923"/>
            <a:chExt cx="2315430" cy="2546100"/>
          </a:xfrm>
        </p:grpSpPr>
        <p:sp>
          <p:nvSpPr>
            <p:cNvPr id="199" name="Google Shape;199;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200" name="Google Shape;200;g24a03e67d01_0_28"/>
            <p:cNvSpPr txBox="1"/>
            <p:nvPr/>
          </p:nvSpPr>
          <p:spPr>
            <a:xfrm>
              <a:off x="9163303" y="4739470"/>
              <a:ext cx="2267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chemeClr val="dk1"/>
                </a:buClr>
                <a:buSzPts val="2400"/>
                <a:buFont typeface="Arial"/>
                <a:buNone/>
              </a:pPr>
              <a:r>
                <a:rPr lang="de-DE" sz="2400" i="0" u="none" strike="noStrike" cap="none" dirty="0">
                  <a:solidFill>
                    <a:schemeClr val="dk1"/>
                  </a:solidFill>
                  <a:latin typeface="Lato"/>
                  <a:ea typeface="Lato"/>
                  <a:cs typeface="Lato"/>
                  <a:sym typeface="Lato"/>
                </a:rPr>
                <a:t>44B</a:t>
              </a:r>
              <a:endParaRPr sz="2400" i="0" u="none" strike="noStrike" cap="none" dirty="0">
                <a:solidFill>
                  <a:schemeClr val="dk1"/>
                </a:solidFill>
                <a:latin typeface="Lato"/>
                <a:ea typeface="Lato"/>
                <a:cs typeface="Lato"/>
                <a:sym typeface="Lato"/>
              </a:endParaRPr>
            </a:p>
          </p:txBody>
        </p:sp>
        <p:sp>
          <p:nvSpPr>
            <p:cNvPr id="201" name="Google Shape;201;g24a03e67d01_0_28"/>
            <p:cNvSpPr txBox="1"/>
            <p:nvPr/>
          </p:nvSpPr>
          <p:spPr>
            <a:xfrm>
              <a:off x="9114973" y="3635531"/>
              <a:ext cx="2252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dirty="0">
                  <a:solidFill>
                    <a:schemeClr val="dk1"/>
                  </a:solidFill>
                  <a:latin typeface="Lato"/>
                  <a:ea typeface="Lato"/>
                  <a:cs typeface="Lato"/>
                  <a:sym typeface="Lato"/>
                </a:rPr>
                <a:t>Mkt CAP</a:t>
              </a:r>
              <a:endParaRPr sz="2100" b="1" i="0" u="none" strike="noStrike" cap="none" dirty="0">
                <a:solidFill>
                  <a:schemeClr val="dk1"/>
                </a:solidFill>
                <a:latin typeface="Lato"/>
                <a:ea typeface="Lato"/>
                <a:cs typeface="Lato"/>
                <a:sym typeface="Lato"/>
              </a:endParaRPr>
            </a:p>
          </p:txBody>
        </p:sp>
      </p:grpSp>
      <p:grpSp>
        <p:nvGrpSpPr>
          <p:cNvPr id="202" name="Google Shape;202;g24a03e67d01_0_28"/>
          <p:cNvGrpSpPr/>
          <p:nvPr/>
        </p:nvGrpSpPr>
        <p:grpSpPr>
          <a:xfrm>
            <a:off x="9431241" y="6226205"/>
            <a:ext cx="3488885" cy="1307422"/>
            <a:chOff x="9163297" y="3568923"/>
            <a:chExt cx="2289143" cy="2546100"/>
          </a:xfrm>
        </p:grpSpPr>
        <p:sp>
          <p:nvSpPr>
            <p:cNvPr id="203" name="Google Shape;203;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204" name="Google Shape;204;g24a03e67d01_0_28"/>
            <p:cNvSpPr txBox="1"/>
            <p:nvPr/>
          </p:nvSpPr>
          <p:spPr>
            <a:xfrm>
              <a:off x="9185340" y="4686645"/>
              <a:ext cx="2267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chemeClr val="dk1"/>
                </a:buClr>
                <a:buSzPts val="2400"/>
                <a:buFont typeface="Arial"/>
                <a:buNone/>
              </a:pPr>
              <a:r>
                <a:rPr lang="de-DE" sz="2400" dirty="0">
                  <a:solidFill>
                    <a:schemeClr val="dk1"/>
                  </a:solidFill>
                  <a:latin typeface="Lato"/>
                  <a:ea typeface="Lato"/>
                  <a:cs typeface="Lato"/>
                  <a:sym typeface="Lato"/>
                </a:rPr>
                <a:t>10</a:t>
              </a:r>
              <a:endParaRPr sz="2400" i="0" u="none" strike="noStrike" cap="none" dirty="0">
                <a:solidFill>
                  <a:schemeClr val="dk1"/>
                </a:solidFill>
                <a:latin typeface="Lato"/>
                <a:ea typeface="Lato"/>
                <a:cs typeface="Lato"/>
                <a:sym typeface="Lato"/>
              </a:endParaRPr>
            </a:p>
          </p:txBody>
        </p:sp>
        <p:sp>
          <p:nvSpPr>
            <p:cNvPr id="205" name="Google Shape;205;g24a03e67d01_0_28"/>
            <p:cNvSpPr txBox="1"/>
            <p:nvPr/>
          </p:nvSpPr>
          <p:spPr>
            <a:xfrm>
              <a:off x="9178203" y="3683890"/>
              <a:ext cx="2252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dirty="0">
                  <a:solidFill>
                    <a:schemeClr val="dk1"/>
                  </a:solidFill>
                  <a:latin typeface="Lato"/>
                  <a:ea typeface="Lato"/>
                  <a:cs typeface="Lato"/>
                  <a:sym typeface="Lato"/>
                </a:rPr>
                <a:t>ATR</a:t>
              </a:r>
              <a:endParaRPr sz="2700" b="1" i="0" u="none" strike="noStrike" cap="none" dirty="0">
                <a:solidFill>
                  <a:schemeClr val="dk1"/>
                </a:solidFill>
                <a:latin typeface="Lato"/>
                <a:ea typeface="Lato"/>
                <a:cs typeface="Lato"/>
                <a:sym typeface="Lato"/>
              </a:endParaRPr>
            </a:p>
          </p:txBody>
        </p:sp>
      </p:grpSp>
      <p:grpSp>
        <p:nvGrpSpPr>
          <p:cNvPr id="206" name="Google Shape;206;g24a03e67d01_0_28"/>
          <p:cNvGrpSpPr/>
          <p:nvPr/>
        </p:nvGrpSpPr>
        <p:grpSpPr>
          <a:xfrm>
            <a:off x="14231654" y="7962380"/>
            <a:ext cx="3411240" cy="1307422"/>
            <a:chOff x="9163297" y="3568923"/>
            <a:chExt cx="2267106" cy="2546100"/>
          </a:xfrm>
        </p:grpSpPr>
        <p:sp>
          <p:nvSpPr>
            <p:cNvPr id="207" name="Google Shape;207;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208" name="Google Shape;208;g24a03e67d01_0_28"/>
            <p:cNvSpPr txBox="1"/>
            <p:nvPr/>
          </p:nvSpPr>
          <p:spPr>
            <a:xfrm>
              <a:off x="9163303" y="4739470"/>
              <a:ext cx="2267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chemeClr val="dk1"/>
                </a:buClr>
                <a:buSzPts val="2400"/>
                <a:buFont typeface="Arial"/>
                <a:buNone/>
              </a:pPr>
              <a:r>
                <a:rPr lang="de-DE" sz="2400" dirty="0">
                  <a:solidFill>
                    <a:schemeClr val="dk1"/>
                  </a:solidFill>
                  <a:latin typeface="Lato"/>
                  <a:ea typeface="Lato"/>
                  <a:cs typeface="Lato"/>
                  <a:sym typeface="Lato"/>
                </a:rPr>
                <a:t>81.81</a:t>
              </a:r>
            </a:p>
            <a:p>
              <a:pPr marL="0" marR="0" lvl="0" indent="0" algn="ctr" rtl="0">
                <a:lnSpc>
                  <a:spcPct val="100000"/>
                </a:lnSpc>
                <a:spcBef>
                  <a:spcPts val="0"/>
                </a:spcBef>
                <a:spcAft>
                  <a:spcPts val="0"/>
                </a:spcAft>
                <a:buClr>
                  <a:schemeClr val="dk1"/>
                </a:buClr>
                <a:buSzPts val="2400"/>
                <a:buFont typeface="Arial"/>
                <a:buNone/>
              </a:pPr>
              <a:endParaRPr lang="de-DE" sz="2400" dirty="0">
                <a:solidFill>
                  <a:schemeClr val="dk1"/>
                </a:solidFill>
                <a:latin typeface="Lato"/>
                <a:ea typeface="Lato"/>
                <a:cs typeface="Lato"/>
                <a:sym typeface="Lato"/>
              </a:endParaRPr>
            </a:p>
            <a:p>
              <a:pPr marL="0" marR="0" lvl="0" indent="0" algn="ctr" rtl="0">
                <a:lnSpc>
                  <a:spcPct val="100000"/>
                </a:lnSpc>
                <a:spcBef>
                  <a:spcPts val="0"/>
                </a:spcBef>
                <a:spcAft>
                  <a:spcPts val="0"/>
                </a:spcAft>
                <a:buClr>
                  <a:schemeClr val="dk1"/>
                </a:buClr>
                <a:buSzPts val="2400"/>
                <a:buFont typeface="Arial"/>
                <a:buNone/>
              </a:pPr>
              <a:endParaRPr lang="de-DE" sz="2400" dirty="0">
                <a:solidFill>
                  <a:schemeClr val="dk1"/>
                </a:solidFill>
                <a:latin typeface="Lato"/>
                <a:ea typeface="Lato"/>
                <a:cs typeface="Lato"/>
                <a:sym typeface="Lato"/>
              </a:endParaRPr>
            </a:p>
            <a:p>
              <a:pPr marL="0" marR="0" lvl="0" indent="0" algn="ctr" rtl="0">
                <a:lnSpc>
                  <a:spcPct val="100000"/>
                </a:lnSpc>
                <a:spcBef>
                  <a:spcPts val="0"/>
                </a:spcBef>
                <a:spcAft>
                  <a:spcPts val="0"/>
                </a:spcAft>
                <a:buClr>
                  <a:schemeClr val="dk1"/>
                </a:buClr>
                <a:buSzPts val="2400"/>
                <a:buFont typeface="Arial"/>
                <a:buNone/>
              </a:pPr>
              <a:endParaRPr sz="2400" i="0" u="none" strike="noStrike" cap="none" dirty="0">
                <a:solidFill>
                  <a:schemeClr val="dk1"/>
                </a:solidFill>
                <a:latin typeface="Lato"/>
                <a:ea typeface="Lato"/>
                <a:cs typeface="Lato"/>
                <a:sym typeface="Lato"/>
              </a:endParaRPr>
            </a:p>
          </p:txBody>
        </p:sp>
        <p:sp>
          <p:nvSpPr>
            <p:cNvPr id="209" name="Google Shape;209;g24a03e67d01_0_28"/>
            <p:cNvSpPr txBox="1"/>
            <p:nvPr/>
          </p:nvSpPr>
          <p:spPr>
            <a:xfrm>
              <a:off x="9178203" y="3683890"/>
              <a:ext cx="2252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dirty="0">
                  <a:solidFill>
                    <a:schemeClr val="dk1"/>
                  </a:solidFill>
                  <a:latin typeface="Lato"/>
                  <a:ea typeface="Lato"/>
                  <a:cs typeface="Lato"/>
                  <a:sym typeface="Lato"/>
                </a:rPr>
                <a:t>52W Low</a:t>
              </a:r>
              <a:endParaRPr sz="2100" b="1" i="0" u="none" strike="noStrike" cap="none" dirty="0">
                <a:solidFill>
                  <a:schemeClr val="dk1"/>
                </a:solidFill>
                <a:latin typeface="Lato"/>
                <a:ea typeface="Lato"/>
                <a:cs typeface="Lato"/>
                <a:sym typeface="Lato"/>
              </a:endParaRPr>
            </a:p>
          </p:txBody>
        </p:sp>
      </p:grpSp>
      <p:grpSp>
        <p:nvGrpSpPr>
          <p:cNvPr id="210" name="Google Shape;210;g24a03e67d01_0_28"/>
          <p:cNvGrpSpPr/>
          <p:nvPr/>
        </p:nvGrpSpPr>
        <p:grpSpPr>
          <a:xfrm>
            <a:off x="9453959" y="7990044"/>
            <a:ext cx="3455144" cy="1307422"/>
            <a:chOff x="9163297" y="3568923"/>
            <a:chExt cx="2282000" cy="2546100"/>
          </a:xfrm>
        </p:grpSpPr>
        <p:sp>
          <p:nvSpPr>
            <p:cNvPr id="211" name="Google Shape;211;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212" name="Google Shape;212;g24a03e67d01_0_28"/>
            <p:cNvSpPr txBox="1"/>
            <p:nvPr/>
          </p:nvSpPr>
          <p:spPr>
            <a:xfrm>
              <a:off x="9163304" y="4739471"/>
              <a:ext cx="2267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chemeClr val="dk1"/>
                </a:buClr>
                <a:buSzPts val="2400"/>
                <a:buFont typeface="Arial"/>
                <a:buNone/>
              </a:pPr>
              <a:r>
                <a:rPr lang="de-DE" sz="2400" i="0" u="none" strike="noStrike" cap="none" dirty="0">
                  <a:solidFill>
                    <a:schemeClr val="dk1"/>
                  </a:solidFill>
                  <a:latin typeface="Lato"/>
                  <a:ea typeface="Lato"/>
                  <a:cs typeface="Lato"/>
                  <a:sym typeface="Lato"/>
                </a:rPr>
                <a:t>15.14</a:t>
              </a:r>
            </a:p>
            <a:p>
              <a:pPr marL="0" marR="0" lvl="0" indent="0" algn="ctr" rtl="0">
                <a:lnSpc>
                  <a:spcPct val="100000"/>
                </a:lnSpc>
                <a:spcBef>
                  <a:spcPts val="0"/>
                </a:spcBef>
                <a:spcAft>
                  <a:spcPts val="0"/>
                </a:spcAft>
                <a:buClr>
                  <a:schemeClr val="dk1"/>
                </a:buClr>
                <a:buSzPts val="2400"/>
                <a:buFont typeface="Arial"/>
                <a:buNone/>
              </a:pPr>
              <a:endParaRPr sz="2400" i="0" u="none" strike="noStrike" cap="none" dirty="0">
                <a:solidFill>
                  <a:schemeClr val="dk1"/>
                </a:solidFill>
                <a:latin typeface="Lato"/>
                <a:ea typeface="Lato"/>
                <a:cs typeface="Lato"/>
                <a:sym typeface="Lato"/>
              </a:endParaRPr>
            </a:p>
          </p:txBody>
        </p:sp>
        <p:sp>
          <p:nvSpPr>
            <p:cNvPr id="213" name="Google Shape;213;g24a03e67d01_0_28"/>
            <p:cNvSpPr txBox="1"/>
            <p:nvPr/>
          </p:nvSpPr>
          <p:spPr>
            <a:xfrm>
              <a:off x="9193197" y="3683891"/>
              <a:ext cx="2252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dirty="0">
                  <a:solidFill>
                    <a:schemeClr val="dk1"/>
                  </a:solidFill>
                  <a:latin typeface="Lato"/>
                  <a:ea typeface="Lato"/>
                  <a:cs typeface="Lato"/>
                  <a:sym typeface="Lato"/>
                </a:rPr>
                <a:t>VIX</a:t>
              </a:r>
              <a:endParaRPr sz="2700" b="1" i="0" u="none" strike="noStrike" cap="none" dirty="0">
                <a:solidFill>
                  <a:schemeClr val="dk1"/>
                </a:solidFill>
                <a:latin typeface="Lato"/>
                <a:ea typeface="Lato"/>
                <a:cs typeface="Lato"/>
                <a:sym typeface="Lato"/>
              </a:endParaRPr>
            </a:p>
          </p:txBody>
        </p:sp>
      </p:grpSp>
      <p:pic>
        <p:nvPicPr>
          <p:cNvPr id="214" name="Google Shape;214;g24a03e67d01_0_28"/>
          <p:cNvPicPr preferRelativeResize="0"/>
          <p:nvPr/>
        </p:nvPicPr>
        <p:blipFill>
          <a:blip r:embed="rId4">
            <a:alphaModFix/>
          </a:blip>
          <a:stretch>
            <a:fillRect/>
          </a:stretch>
        </p:blipFill>
        <p:spPr>
          <a:xfrm>
            <a:off x="0" y="0"/>
            <a:ext cx="3207224" cy="77792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8"/>
        <p:cNvGrpSpPr/>
        <p:nvPr/>
      </p:nvGrpSpPr>
      <p:grpSpPr>
        <a:xfrm>
          <a:off x="0" y="0"/>
          <a:ext cx="0" cy="0"/>
          <a:chOff x="0" y="0"/>
          <a:chExt cx="0" cy="0"/>
        </a:xfrm>
      </p:grpSpPr>
      <p:sp>
        <p:nvSpPr>
          <p:cNvPr id="219" name="Google Shape;219;p5"/>
          <p:cNvSpPr txBox="1"/>
          <p:nvPr/>
        </p:nvSpPr>
        <p:spPr>
          <a:xfrm>
            <a:off x="2859037" y="199875"/>
            <a:ext cx="12330921" cy="1214386"/>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200" i="0" u="none" strike="noStrike" cap="none" dirty="0">
                <a:solidFill>
                  <a:schemeClr val="lt1"/>
                </a:solidFill>
                <a:latin typeface="Lato Black"/>
                <a:ea typeface="Lato Black"/>
                <a:cs typeface="Lato Black"/>
                <a:sym typeface="Lato Black"/>
              </a:rPr>
              <a:t>TECHNICAL ANALYSI</a:t>
            </a:r>
            <a:r>
              <a:rPr lang="en-US" sz="4200" dirty="0">
                <a:solidFill>
                  <a:schemeClr val="lt1"/>
                </a:solidFill>
                <a:latin typeface="Lato Black"/>
                <a:ea typeface="Lato Black"/>
                <a:cs typeface="Lato Black"/>
                <a:sym typeface="Lato Black"/>
              </a:rPr>
              <a:t>S Daily </a:t>
            </a:r>
            <a:endParaRPr sz="2100" i="0" u="none" strike="noStrike" cap="none" dirty="0">
              <a:solidFill>
                <a:srgbClr val="000000"/>
              </a:solidFill>
              <a:latin typeface="Lato Black"/>
              <a:ea typeface="Lato Black"/>
              <a:cs typeface="Lato Black"/>
              <a:sym typeface="Lato Black"/>
            </a:endParaRPr>
          </a:p>
        </p:txBody>
      </p:sp>
      <p:pic>
        <p:nvPicPr>
          <p:cNvPr id="4" name="Grafik 3" descr="The image shows a candlestick chart for the stock of Strategy Inc Class A on NASDAQ, displaying various open, high, low, close, and volume data points, with buy and sell indicators, and a moving average (D ATR: 69.7).&#10;&#10;KI-generierte Inhalte können fehlerhaft sein.">
            <a:extLst>
              <a:ext uri="{FF2B5EF4-FFF2-40B4-BE49-F238E27FC236}">
                <a16:creationId xmlns:a16="http://schemas.microsoft.com/office/drawing/2014/main" id="{6504B33E-4910-6918-916D-5ABA7F66BDCB}"/>
              </a:ext>
            </a:extLst>
          </p:cNvPr>
          <p:cNvPicPr>
            <a:picLocks noChangeAspect="1"/>
          </p:cNvPicPr>
          <p:nvPr/>
        </p:nvPicPr>
        <p:blipFill>
          <a:blip r:embed="rId4"/>
          <a:stretch>
            <a:fillRect/>
          </a:stretch>
        </p:blipFill>
        <p:spPr>
          <a:xfrm>
            <a:off x="1624084" y="1153711"/>
            <a:ext cx="14234615" cy="824653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5"/>
        <p:cNvGrpSpPr/>
        <p:nvPr/>
      </p:nvGrpSpPr>
      <p:grpSpPr>
        <a:xfrm>
          <a:off x="0" y="0"/>
          <a:ext cx="0" cy="0"/>
          <a:chOff x="0" y="0"/>
          <a:chExt cx="0" cy="0"/>
        </a:xfrm>
      </p:grpSpPr>
      <p:sp>
        <p:nvSpPr>
          <p:cNvPr id="226" name="Google Shape;226;g24a03e67d01_0_162"/>
          <p:cNvSpPr txBox="1"/>
          <p:nvPr/>
        </p:nvSpPr>
        <p:spPr>
          <a:xfrm>
            <a:off x="2859037" y="199875"/>
            <a:ext cx="12569700" cy="1355970"/>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200" i="0" u="none" strike="noStrike" cap="none" dirty="0">
                <a:solidFill>
                  <a:schemeClr val="lt1"/>
                </a:solidFill>
                <a:latin typeface="Lato Black"/>
                <a:ea typeface="Lato Black"/>
                <a:cs typeface="Lato Black"/>
                <a:sym typeface="Lato Black"/>
              </a:rPr>
              <a:t>TECHNICAL ANALYSI</a:t>
            </a:r>
            <a:r>
              <a:rPr lang="en-US" sz="4200" dirty="0">
                <a:solidFill>
                  <a:schemeClr val="lt1"/>
                </a:solidFill>
                <a:latin typeface="Lato Black"/>
                <a:ea typeface="Lato Black"/>
                <a:cs typeface="Lato Black"/>
                <a:sym typeface="Lato Black"/>
              </a:rPr>
              <a:t>S 30 minutes </a:t>
            </a:r>
            <a:endParaRPr sz="2100" i="0" u="none" strike="noStrike" cap="none" dirty="0">
              <a:solidFill>
                <a:srgbClr val="000000"/>
              </a:solidFill>
              <a:latin typeface="Lato Black"/>
              <a:ea typeface="Lato Black"/>
              <a:cs typeface="Lato Black"/>
              <a:sym typeface="Lato Black"/>
            </a:endParaRPr>
          </a:p>
        </p:txBody>
      </p:sp>
      <p:pic>
        <p:nvPicPr>
          <p:cNvPr id="228" name="Google Shape;228;g24a03e67d01_0_162"/>
          <p:cNvPicPr preferRelativeResize="0"/>
          <p:nvPr/>
        </p:nvPicPr>
        <p:blipFill>
          <a:blip r:embed="rId4">
            <a:alphaModFix/>
          </a:blip>
          <a:stretch>
            <a:fillRect/>
          </a:stretch>
        </p:blipFill>
        <p:spPr>
          <a:xfrm>
            <a:off x="0" y="0"/>
            <a:ext cx="3371850" cy="866775"/>
          </a:xfrm>
          <a:prstGeom prst="rect">
            <a:avLst/>
          </a:prstGeom>
          <a:noFill/>
          <a:ln>
            <a:noFill/>
          </a:ln>
        </p:spPr>
      </p:pic>
      <p:pic>
        <p:nvPicPr>
          <p:cNvPr id="3" name="Grafik 2" descr="The image displays a stock trading chart for Strategy Inc. (STRG) on NASDAQ, showing a downward trend in price, with sell orders (red arrows) dominating over buy orders (green arrows).&#10;&#10;KI-generierte Inhalte können fehlerhaft sein.">
            <a:extLst>
              <a:ext uri="{FF2B5EF4-FFF2-40B4-BE49-F238E27FC236}">
                <a16:creationId xmlns:a16="http://schemas.microsoft.com/office/drawing/2014/main" id="{C36A46C3-B240-F086-695D-909A5B193822}"/>
              </a:ext>
            </a:extLst>
          </p:cNvPr>
          <p:cNvPicPr>
            <a:picLocks noChangeAspect="1"/>
          </p:cNvPicPr>
          <p:nvPr/>
        </p:nvPicPr>
        <p:blipFill>
          <a:blip r:embed="rId5"/>
          <a:stretch>
            <a:fillRect/>
          </a:stretch>
        </p:blipFill>
        <p:spPr>
          <a:xfrm>
            <a:off x="2619304" y="1257150"/>
            <a:ext cx="14085556" cy="82271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2"/>
        <p:cNvGrpSpPr/>
        <p:nvPr/>
      </p:nvGrpSpPr>
      <p:grpSpPr>
        <a:xfrm>
          <a:off x="0" y="0"/>
          <a:ext cx="0" cy="0"/>
          <a:chOff x="0" y="0"/>
          <a:chExt cx="0" cy="0"/>
        </a:xfrm>
      </p:grpSpPr>
      <p:sp>
        <p:nvSpPr>
          <p:cNvPr id="233" name="Google Shape;233;g249ea4ecd50_0_7"/>
          <p:cNvSpPr txBox="1"/>
          <p:nvPr/>
        </p:nvSpPr>
        <p:spPr>
          <a:xfrm>
            <a:off x="0" y="532263"/>
            <a:ext cx="11315700" cy="1050877"/>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400" dirty="0">
                <a:solidFill>
                  <a:schemeClr val="dk1"/>
                </a:solidFill>
                <a:latin typeface="Lato Black"/>
                <a:ea typeface="Lato Black"/>
                <a:cs typeface="Lato Black"/>
                <a:sym typeface="Lato Black"/>
              </a:rPr>
              <a:t>TRADE STRATEGY</a:t>
            </a:r>
            <a:endParaRPr sz="4400" i="0" u="none" strike="noStrike" cap="none" dirty="0">
              <a:solidFill>
                <a:schemeClr val="dk1"/>
              </a:solidFill>
              <a:latin typeface="Lato Black"/>
              <a:ea typeface="Lato Black"/>
              <a:cs typeface="Lato Black"/>
              <a:sym typeface="Lato Black"/>
            </a:endParaRPr>
          </a:p>
        </p:txBody>
      </p:sp>
      <p:sp>
        <p:nvSpPr>
          <p:cNvPr id="234" name="Google Shape;234;g249ea4ecd50_0_7"/>
          <p:cNvSpPr txBox="1"/>
          <p:nvPr/>
        </p:nvSpPr>
        <p:spPr>
          <a:xfrm>
            <a:off x="477672" y="1583141"/>
            <a:ext cx="10120712" cy="8494613"/>
          </a:xfrm>
          <a:prstGeom prst="rect">
            <a:avLst/>
          </a:prstGeom>
          <a:noFill/>
          <a:ln>
            <a:noFill/>
          </a:ln>
        </p:spPr>
        <p:txBody>
          <a:bodyPr spcFirstLastPara="1" wrap="square" lIns="137150" tIns="137150" rIns="137150" bIns="137150" anchor="t" anchorCtr="0">
            <a:spAutoFit/>
          </a:bodyPr>
          <a:lstStyle/>
          <a:p>
            <a:pPr marL="171450" lvl="0">
              <a:lnSpc>
                <a:spcPct val="150000"/>
              </a:lnSpc>
              <a:buSzPts val="2700"/>
            </a:pPr>
            <a:r>
              <a:rPr lang="en-US" sz="2800" b="1" u="sng" dirty="0">
                <a:solidFill>
                  <a:schemeClr val="dk1"/>
                </a:solidFill>
                <a:latin typeface="Lato"/>
                <a:ea typeface="Lato"/>
                <a:cs typeface="Lato"/>
                <a:sym typeface="Lato"/>
              </a:rPr>
              <a:t>Gap Give &amp; Go</a:t>
            </a:r>
          </a:p>
          <a:p>
            <a:pPr marL="514350" indent="-342900">
              <a:lnSpc>
                <a:spcPct val="150000"/>
              </a:lnSpc>
              <a:buSzPts val="2700"/>
              <a:buFont typeface="Arial" panose="020B0604020202020204" pitchFamily="34" charset="0"/>
              <a:buChar char="•"/>
            </a:pPr>
            <a:r>
              <a:rPr lang="de-DE" sz="2400" dirty="0">
                <a:solidFill>
                  <a:schemeClr val="dk1"/>
                </a:solidFill>
                <a:latin typeface="Lato"/>
                <a:ea typeface="Lato"/>
                <a:cs typeface="Lato"/>
              </a:rPr>
              <a:t>MSTR </a:t>
            </a:r>
            <a:r>
              <a:rPr lang="de-DE" sz="2400" dirty="0" err="1">
                <a:solidFill>
                  <a:schemeClr val="dk1"/>
                </a:solidFill>
                <a:latin typeface="Lato"/>
                <a:ea typeface="Lato"/>
                <a:cs typeface="Lato"/>
              </a:rPr>
              <a:t>gapped</a:t>
            </a:r>
            <a:r>
              <a:rPr lang="de-DE" sz="2400" dirty="0">
                <a:solidFill>
                  <a:schemeClr val="dk1"/>
                </a:solidFill>
                <a:latin typeface="Lato"/>
                <a:ea typeface="Lato"/>
                <a:cs typeface="Lato"/>
              </a:rPr>
              <a:t> </a:t>
            </a:r>
            <a:r>
              <a:rPr lang="de-DE" sz="2400" dirty="0" err="1">
                <a:solidFill>
                  <a:schemeClr val="dk1"/>
                </a:solidFill>
                <a:latin typeface="Lato"/>
                <a:ea typeface="Lato"/>
                <a:cs typeface="Lato"/>
              </a:rPr>
              <a:t>up</a:t>
            </a:r>
            <a:r>
              <a:rPr lang="de-DE" sz="2400" dirty="0">
                <a:solidFill>
                  <a:schemeClr val="dk1"/>
                </a:solidFill>
                <a:latin typeface="Lato"/>
                <a:ea typeface="Lato"/>
                <a:cs typeface="Lato"/>
              </a:rPr>
              <a:t> on Bitcoin </a:t>
            </a:r>
            <a:r>
              <a:rPr lang="de-DE" sz="2400" dirty="0" err="1">
                <a:solidFill>
                  <a:schemeClr val="dk1"/>
                </a:solidFill>
                <a:latin typeface="Lato"/>
                <a:ea typeface="Lato"/>
                <a:cs typeface="Lato"/>
              </a:rPr>
              <a:t>rallying</a:t>
            </a:r>
            <a:r>
              <a:rPr lang="de-DE" sz="2400" dirty="0">
                <a:solidFill>
                  <a:schemeClr val="dk1"/>
                </a:solidFill>
                <a:latin typeface="Lato"/>
                <a:ea typeface="Lato"/>
                <a:cs typeface="Lato"/>
              </a:rPr>
              <a:t> </a:t>
            </a:r>
            <a:r>
              <a:rPr lang="de-DE" sz="2400" dirty="0" err="1">
                <a:solidFill>
                  <a:schemeClr val="dk1"/>
                </a:solidFill>
                <a:latin typeface="Lato"/>
                <a:ea typeface="Lato"/>
                <a:cs typeface="Lato"/>
              </a:rPr>
              <a:t>past</a:t>
            </a:r>
            <a:r>
              <a:rPr lang="de-DE" sz="2400" dirty="0">
                <a:solidFill>
                  <a:schemeClr val="dk1"/>
                </a:solidFill>
                <a:latin typeface="Lato"/>
                <a:ea typeface="Lato"/>
                <a:cs typeface="Lato"/>
              </a:rPr>
              <a:t> $71,000, </a:t>
            </a:r>
            <a:r>
              <a:rPr lang="de-DE" sz="2400" dirty="0" err="1">
                <a:solidFill>
                  <a:schemeClr val="dk1"/>
                </a:solidFill>
                <a:latin typeface="Lato"/>
                <a:ea typeface="Lato"/>
                <a:cs typeface="Lato"/>
              </a:rPr>
              <a:t>then</a:t>
            </a:r>
            <a:r>
              <a:rPr lang="de-DE" sz="2400" dirty="0">
                <a:solidFill>
                  <a:schemeClr val="dk1"/>
                </a:solidFill>
                <a:latin typeface="Lato"/>
                <a:ea typeface="Lato"/>
                <a:cs typeface="Lato"/>
              </a:rPr>
              <a:t> </a:t>
            </a:r>
            <a:r>
              <a:rPr lang="de-DE" sz="2400" dirty="0" err="1">
                <a:solidFill>
                  <a:schemeClr val="dk1"/>
                </a:solidFill>
                <a:latin typeface="Lato"/>
                <a:ea typeface="Lato"/>
                <a:cs typeface="Lato"/>
              </a:rPr>
              <a:t>sold</a:t>
            </a:r>
            <a:r>
              <a:rPr lang="de-DE" sz="2400" dirty="0">
                <a:solidFill>
                  <a:schemeClr val="dk1"/>
                </a:solidFill>
                <a:latin typeface="Lato"/>
                <a:ea typeface="Lato"/>
                <a:cs typeface="Lato"/>
              </a:rPr>
              <a:t> off on the </a:t>
            </a:r>
            <a:r>
              <a:rPr lang="de-DE" sz="2400" dirty="0" err="1">
                <a:solidFill>
                  <a:schemeClr val="dk1"/>
                </a:solidFill>
                <a:latin typeface="Lato"/>
                <a:ea typeface="Lato"/>
                <a:cs typeface="Lato"/>
              </a:rPr>
              <a:t>opening</a:t>
            </a:r>
            <a:r>
              <a:rPr lang="de-DE" sz="2400" dirty="0">
                <a:solidFill>
                  <a:schemeClr val="dk1"/>
                </a:solidFill>
                <a:latin typeface="Lato"/>
                <a:ea typeface="Lato"/>
                <a:cs typeface="Lato"/>
              </a:rPr>
              <a:t> </a:t>
            </a:r>
            <a:r>
              <a:rPr lang="de-DE" sz="2400" dirty="0" err="1">
                <a:solidFill>
                  <a:schemeClr val="dk1"/>
                </a:solidFill>
                <a:latin typeface="Lato"/>
                <a:ea typeface="Lato"/>
                <a:cs typeface="Lato"/>
              </a:rPr>
              <a:t>drive</a:t>
            </a:r>
            <a:r>
              <a:rPr lang="de-DE" sz="2400" dirty="0">
                <a:solidFill>
                  <a:schemeClr val="dk1"/>
                </a:solidFill>
                <a:latin typeface="Lato"/>
                <a:ea typeface="Lato"/>
                <a:cs typeface="Lato"/>
              </a:rPr>
              <a:t> — </a:t>
            </a:r>
            <a:r>
              <a:rPr lang="de-DE" sz="2400" dirty="0" err="1">
                <a:solidFill>
                  <a:schemeClr val="dk1"/>
                </a:solidFill>
                <a:latin typeface="Lato"/>
                <a:ea typeface="Lato"/>
                <a:cs typeface="Lato"/>
              </a:rPr>
              <a:t>giving</a:t>
            </a:r>
            <a:r>
              <a:rPr lang="de-DE" sz="2400" dirty="0">
                <a:solidFill>
                  <a:schemeClr val="dk1"/>
                </a:solidFill>
                <a:latin typeface="Lato"/>
                <a:ea typeface="Lato"/>
                <a:cs typeface="Lato"/>
              </a:rPr>
              <a:t> back </a:t>
            </a:r>
            <a:r>
              <a:rPr lang="de-DE" sz="2400" dirty="0" err="1">
                <a:solidFill>
                  <a:schemeClr val="dk1"/>
                </a:solidFill>
                <a:latin typeface="Lato"/>
                <a:ea typeface="Lato"/>
                <a:cs typeface="Lato"/>
              </a:rPr>
              <a:t>part</a:t>
            </a:r>
            <a:r>
              <a:rPr lang="de-DE" sz="2400" dirty="0">
                <a:solidFill>
                  <a:schemeClr val="dk1"/>
                </a:solidFill>
                <a:latin typeface="Lato"/>
                <a:ea typeface="Lato"/>
                <a:cs typeface="Lato"/>
              </a:rPr>
              <a:t> of the </a:t>
            </a:r>
            <a:r>
              <a:rPr lang="de-DE" sz="2400" dirty="0" err="1">
                <a:solidFill>
                  <a:schemeClr val="dk1"/>
                </a:solidFill>
                <a:latin typeface="Lato"/>
                <a:ea typeface="Lato"/>
                <a:cs typeface="Lato"/>
              </a:rPr>
              <a:t>gap</a:t>
            </a:r>
            <a:r>
              <a:rPr lang="de-DE" sz="2400" dirty="0">
                <a:solidFill>
                  <a:schemeClr val="dk1"/>
                </a:solidFill>
                <a:latin typeface="Lato"/>
                <a:ea typeface="Lato"/>
                <a:cs typeface="Lato"/>
              </a:rPr>
              <a:t> </a:t>
            </a:r>
            <a:r>
              <a:rPr lang="de-DE" sz="2400" dirty="0" err="1">
                <a:solidFill>
                  <a:schemeClr val="dk1"/>
                </a:solidFill>
                <a:latin typeface="Lato"/>
                <a:ea typeface="Lato"/>
                <a:cs typeface="Lato"/>
              </a:rPr>
              <a:t>into</a:t>
            </a:r>
            <a:r>
              <a:rPr lang="de-DE" sz="2400" dirty="0">
                <a:solidFill>
                  <a:schemeClr val="dk1"/>
                </a:solidFill>
                <a:latin typeface="Lato"/>
                <a:ea typeface="Lato"/>
                <a:cs typeface="Lato"/>
              </a:rPr>
              <a:t> the </a:t>
            </a:r>
            <a:r>
              <a:rPr lang="de-DE" sz="2400" dirty="0" err="1">
                <a:solidFill>
                  <a:schemeClr val="dk1"/>
                </a:solidFill>
                <a:latin typeface="Lato"/>
                <a:ea typeface="Lato"/>
                <a:cs typeface="Lato"/>
              </a:rPr>
              <a:t>premarket</a:t>
            </a:r>
            <a:r>
              <a:rPr lang="de-DE" sz="2400" dirty="0">
                <a:solidFill>
                  <a:schemeClr val="dk1"/>
                </a:solidFill>
                <a:latin typeface="Lato"/>
                <a:ea typeface="Lato"/>
                <a:cs typeface="Lato"/>
              </a:rPr>
              <a:t> high and </a:t>
            </a:r>
            <a:r>
              <a:rPr lang="de-DE" sz="2400" dirty="0" err="1">
                <a:solidFill>
                  <a:schemeClr val="dk1"/>
                </a:solidFill>
                <a:latin typeface="Lato"/>
                <a:ea typeface="Lato"/>
                <a:cs typeface="Lato"/>
              </a:rPr>
              <a:t>previous</a:t>
            </a:r>
            <a:r>
              <a:rPr lang="de-DE" sz="2400" dirty="0">
                <a:solidFill>
                  <a:schemeClr val="dk1"/>
                </a:solidFill>
                <a:latin typeface="Lato"/>
                <a:ea typeface="Lato"/>
                <a:cs typeface="Lato"/>
              </a:rPr>
              <a:t> </a:t>
            </a:r>
            <a:r>
              <a:rPr lang="de-DE" sz="2400" dirty="0" err="1">
                <a:solidFill>
                  <a:schemeClr val="dk1"/>
                </a:solidFill>
                <a:latin typeface="Lato"/>
                <a:ea typeface="Lato"/>
                <a:cs typeface="Lato"/>
              </a:rPr>
              <a:t>day's</a:t>
            </a:r>
            <a:r>
              <a:rPr lang="de-DE" sz="2400" dirty="0">
                <a:solidFill>
                  <a:schemeClr val="dk1"/>
                </a:solidFill>
                <a:latin typeface="Lato"/>
                <a:ea typeface="Lato"/>
                <a:cs typeface="Lato"/>
              </a:rPr>
              <a:t> high, </a:t>
            </a:r>
            <a:r>
              <a:rPr lang="de-DE" sz="2400" dirty="0" err="1">
                <a:solidFill>
                  <a:schemeClr val="dk1"/>
                </a:solidFill>
                <a:latin typeface="Lato"/>
                <a:ea typeface="Lato"/>
                <a:cs typeface="Lato"/>
              </a:rPr>
              <a:t>both</a:t>
            </a:r>
            <a:r>
              <a:rPr lang="de-DE" sz="2400" dirty="0">
                <a:solidFill>
                  <a:schemeClr val="dk1"/>
                </a:solidFill>
                <a:latin typeface="Lato"/>
                <a:ea typeface="Lato"/>
                <a:cs typeface="Lato"/>
              </a:rPr>
              <a:t> </a:t>
            </a:r>
            <a:r>
              <a:rPr lang="de-DE" sz="2400" dirty="0" err="1">
                <a:solidFill>
                  <a:schemeClr val="dk1"/>
                </a:solidFill>
                <a:latin typeface="Lato"/>
                <a:ea typeface="Lato"/>
                <a:cs typeface="Lato"/>
              </a:rPr>
              <a:t>confluent</a:t>
            </a:r>
            <a:r>
              <a:rPr lang="de-DE" sz="2400" dirty="0">
                <a:solidFill>
                  <a:schemeClr val="dk1"/>
                </a:solidFill>
                <a:latin typeface="Lato"/>
                <a:ea typeface="Lato"/>
                <a:cs typeface="Lato"/>
              </a:rPr>
              <a:t> as support. Buyers </a:t>
            </a:r>
            <a:r>
              <a:rPr lang="de-DE" sz="2400" dirty="0" err="1">
                <a:solidFill>
                  <a:schemeClr val="dk1"/>
                </a:solidFill>
                <a:latin typeface="Lato"/>
                <a:ea typeface="Lato"/>
                <a:cs typeface="Lato"/>
              </a:rPr>
              <a:t>stepped</a:t>
            </a:r>
            <a:r>
              <a:rPr lang="de-DE" sz="2400" dirty="0">
                <a:solidFill>
                  <a:schemeClr val="dk1"/>
                </a:solidFill>
                <a:latin typeface="Lato"/>
                <a:ea typeface="Lato"/>
                <a:cs typeface="Lato"/>
              </a:rPr>
              <a:t> in at the </a:t>
            </a:r>
            <a:r>
              <a:rPr lang="de-DE" sz="2400" dirty="0" err="1">
                <a:solidFill>
                  <a:schemeClr val="dk1"/>
                </a:solidFill>
                <a:latin typeface="Lato"/>
                <a:ea typeface="Lato"/>
                <a:cs typeface="Lato"/>
              </a:rPr>
              <a:t>level</a:t>
            </a:r>
            <a:r>
              <a:rPr lang="de-DE" sz="2400" dirty="0">
                <a:solidFill>
                  <a:schemeClr val="dk1"/>
                </a:solidFill>
                <a:latin typeface="Lato"/>
                <a:ea typeface="Lato"/>
                <a:cs typeface="Lato"/>
              </a:rPr>
              <a:t> and the stock </a:t>
            </a:r>
            <a:r>
              <a:rPr lang="de-DE" sz="2400" dirty="0" err="1">
                <a:solidFill>
                  <a:schemeClr val="dk1"/>
                </a:solidFill>
                <a:latin typeface="Lato"/>
                <a:ea typeface="Lato"/>
                <a:cs typeface="Lato"/>
              </a:rPr>
              <a:t>reversed</a:t>
            </a:r>
            <a:r>
              <a:rPr lang="de-DE" sz="2400" dirty="0">
                <a:solidFill>
                  <a:schemeClr val="dk1"/>
                </a:solidFill>
                <a:latin typeface="Lato"/>
                <a:ea typeface="Lato"/>
                <a:cs typeface="Lato"/>
              </a:rPr>
              <a:t> back to the </a:t>
            </a:r>
            <a:r>
              <a:rPr lang="de-DE" sz="2400" dirty="0" err="1">
                <a:solidFill>
                  <a:schemeClr val="dk1"/>
                </a:solidFill>
                <a:latin typeface="Lato"/>
                <a:ea typeface="Lato"/>
                <a:cs typeface="Lato"/>
              </a:rPr>
              <a:t>upside</a:t>
            </a:r>
            <a:r>
              <a:rPr lang="de-DE" sz="2400" dirty="0">
                <a:solidFill>
                  <a:schemeClr val="dk1"/>
                </a:solidFill>
                <a:latin typeface="Lato"/>
                <a:ea typeface="Lato"/>
                <a:cs typeface="Lato"/>
              </a:rPr>
              <a:t>, a </a:t>
            </a:r>
            <a:r>
              <a:rPr lang="de-DE" sz="2400" dirty="0" err="1">
                <a:solidFill>
                  <a:schemeClr val="dk1"/>
                </a:solidFill>
                <a:latin typeface="Lato"/>
                <a:ea typeface="Lato"/>
                <a:cs typeface="Lato"/>
              </a:rPr>
              <a:t>textbook</a:t>
            </a:r>
            <a:r>
              <a:rPr lang="de-DE" sz="2400" dirty="0">
                <a:solidFill>
                  <a:schemeClr val="dk1"/>
                </a:solidFill>
                <a:latin typeface="Lato"/>
                <a:ea typeface="Lato"/>
                <a:cs typeface="Lato"/>
              </a:rPr>
              <a:t> Gap Give and Go. The </a:t>
            </a:r>
            <a:r>
              <a:rPr lang="de-DE" sz="2400" dirty="0" err="1">
                <a:solidFill>
                  <a:schemeClr val="dk1"/>
                </a:solidFill>
                <a:latin typeface="Lato"/>
                <a:ea typeface="Lato"/>
                <a:cs typeface="Lato"/>
              </a:rPr>
              <a:t>entry</a:t>
            </a:r>
            <a:r>
              <a:rPr lang="de-DE" sz="2400" dirty="0">
                <a:solidFill>
                  <a:schemeClr val="dk1"/>
                </a:solidFill>
                <a:latin typeface="Lato"/>
                <a:ea typeface="Lato"/>
                <a:cs typeface="Lato"/>
              </a:rPr>
              <a:t> off </a:t>
            </a:r>
            <a:r>
              <a:rPr lang="de-DE" sz="2400" dirty="0" err="1">
                <a:solidFill>
                  <a:schemeClr val="dk1"/>
                </a:solidFill>
                <a:latin typeface="Lato"/>
                <a:ea typeface="Lato"/>
                <a:cs typeface="Lato"/>
              </a:rPr>
              <a:t>that</a:t>
            </a:r>
            <a:r>
              <a:rPr lang="de-DE" sz="2400" dirty="0">
                <a:solidFill>
                  <a:schemeClr val="dk1"/>
                </a:solidFill>
                <a:latin typeface="Lato"/>
                <a:ea typeface="Lato"/>
                <a:cs typeface="Lato"/>
              </a:rPr>
              <a:t> </a:t>
            </a:r>
            <a:r>
              <a:rPr lang="de-DE" sz="2400" dirty="0" err="1">
                <a:solidFill>
                  <a:schemeClr val="dk1"/>
                </a:solidFill>
                <a:latin typeface="Lato"/>
                <a:ea typeface="Lato"/>
                <a:cs typeface="Lato"/>
              </a:rPr>
              <a:t>confluence</a:t>
            </a:r>
            <a:r>
              <a:rPr lang="de-DE" sz="2400" dirty="0">
                <a:solidFill>
                  <a:schemeClr val="dk1"/>
                </a:solidFill>
                <a:latin typeface="Lato"/>
                <a:ea typeface="Lato"/>
                <a:cs typeface="Lato"/>
              </a:rPr>
              <a:t> </a:t>
            </a:r>
            <a:r>
              <a:rPr lang="de-DE" sz="2400" dirty="0" err="1">
                <a:solidFill>
                  <a:schemeClr val="dk1"/>
                </a:solidFill>
                <a:latin typeface="Lato"/>
                <a:ea typeface="Lato"/>
                <a:cs typeface="Lato"/>
              </a:rPr>
              <a:t>offered</a:t>
            </a:r>
            <a:r>
              <a:rPr lang="de-DE" sz="2400" dirty="0">
                <a:solidFill>
                  <a:schemeClr val="dk1"/>
                </a:solidFill>
                <a:latin typeface="Lato"/>
                <a:ea typeface="Lato"/>
                <a:cs typeface="Lato"/>
              </a:rPr>
              <a:t> the </a:t>
            </a:r>
            <a:r>
              <a:rPr lang="de-DE" sz="2400" dirty="0" err="1">
                <a:solidFill>
                  <a:schemeClr val="dk1"/>
                </a:solidFill>
                <a:latin typeface="Lato"/>
                <a:ea typeface="Lato"/>
                <a:cs typeface="Lato"/>
              </a:rPr>
              <a:t>highest</a:t>
            </a:r>
            <a:r>
              <a:rPr lang="de-DE" sz="2400" dirty="0">
                <a:solidFill>
                  <a:schemeClr val="dk1"/>
                </a:solidFill>
                <a:latin typeface="Lato"/>
                <a:ea typeface="Lato"/>
                <a:cs typeface="Lato"/>
              </a:rPr>
              <a:t> </a:t>
            </a:r>
            <a:r>
              <a:rPr lang="de-DE" sz="2400" dirty="0" err="1">
                <a:solidFill>
                  <a:schemeClr val="dk1"/>
                </a:solidFill>
                <a:latin typeface="Lato"/>
                <a:ea typeface="Lato"/>
                <a:cs typeface="Lato"/>
              </a:rPr>
              <a:t>quality</a:t>
            </a:r>
            <a:r>
              <a:rPr lang="de-DE" sz="2400" dirty="0">
                <a:solidFill>
                  <a:schemeClr val="dk1"/>
                </a:solidFill>
                <a:latin typeface="Lato"/>
                <a:ea typeface="Lato"/>
                <a:cs typeface="Lato"/>
              </a:rPr>
              <a:t> </a:t>
            </a:r>
            <a:r>
              <a:rPr lang="de-DE" sz="2400" dirty="0" err="1">
                <a:solidFill>
                  <a:schemeClr val="dk1"/>
                </a:solidFill>
                <a:latin typeface="Lato"/>
                <a:ea typeface="Lato"/>
                <a:cs typeface="Lato"/>
              </a:rPr>
              <a:t>spot</a:t>
            </a:r>
            <a:r>
              <a:rPr lang="de-DE" sz="2400" dirty="0">
                <a:solidFill>
                  <a:schemeClr val="dk1"/>
                </a:solidFill>
                <a:latin typeface="Lato"/>
                <a:ea typeface="Lato"/>
                <a:cs typeface="Lato"/>
              </a:rPr>
              <a:t> for </a:t>
            </a:r>
            <a:r>
              <a:rPr lang="de-DE" sz="2400" dirty="0" err="1">
                <a:solidFill>
                  <a:schemeClr val="dk1"/>
                </a:solidFill>
                <a:latin typeface="Lato"/>
                <a:ea typeface="Lato"/>
                <a:cs typeface="Lato"/>
              </a:rPr>
              <a:t>continuation</a:t>
            </a:r>
            <a:r>
              <a:rPr lang="de-DE" sz="2400" dirty="0">
                <a:solidFill>
                  <a:schemeClr val="dk1"/>
                </a:solidFill>
                <a:latin typeface="Lato"/>
                <a:ea typeface="Lato"/>
                <a:cs typeface="Lato"/>
              </a:rPr>
              <a:t>, </a:t>
            </a:r>
            <a:r>
              <a:rPr lang="de-DE" sz="2400" dirty="0" err="1">
                <a:solidFill>
                  <a:schemeClr val="dk1"/>
                </a:solidFill>
                <a:latin typeface="Lato"/>
                <a:ea typeface="Lato"/>
                <a:cs typeface="Lato"/>
              </a:rPr>
              <a:t>with</a:t>
            </a:r>
            <a:r>
              <a:rPr lang="de-DE" sz="2400" dirty="0">
                <a:solidFill>
                  <a:schemeClr val="dk1"/>
                </a:solidFill>
                <a:latin typeface="Lato"/>
                <a:ea typeface="Lato"/>
                <a:cs typeface="Lato"/>
              </a:rPr>
              <a:t> the </a:t>
            </a:r>
            <a:r>
              <a:rPr lang="de-DE" sz="2400" dirty="0" err="1">
                <a:solidFill>
                  <a:schemeClr val="dk1"/>
                </a:solidFill>
                <a:latin typeface="Lato"/>
                <a:ea typeface="Lato"/>
                <a:cs typeface="Lato"/>
              </a:rPr>
              <a:t>reclaim</a:t>
            </a:r>
            <a:r>
              <a:rPr lang="de-DE" sz="2400" dirty="0">
                <a:solidFill>
                  <a:schemeClr val="dk1"/>
                </a:solidFill>
                <a:latin typeface="Lato"/>
                <a:ea typeface="Lato"/>
                <a:cs typeface="Lato"/>
              </a:rPr>
              <a:t> </a:t>
            </a:r>
            <a:r>
              <a:rPr lang="de-DE" sz="2400" dirty="0" err="1">
                <a:solidFill>
                  <a:schemeClr val="dk1"/>
                </a:solidFill>
                <a:latin typeface="Lato"/>
                <a:ea typeface="Lato"/>
                <a:cs typeface="Lato"/>
              </a:rPr>
              <a:t>confirming</a:t>
            </a:r>
            <a:r>
              <a:rPr lang="de-DE" sz="2400" dirty="0">
                <a:solidFill>
                  <a:schemeClr val="dk1"/>
                </a:solidFill>
                <a:latin typeface="Lato"/>
                <a:ea typeface="Lato"/>
                <a:cs typeface="Lato"/>
              </a:rPr>
              <a:t> the </a:t>
            </a:r>
            <a:r>
              <a:rPr lang="de-DE" sz="2400" dirty="0" err="1">
                <a:solidFill>
                  <a:schemeClr val="dk1"/>
                </a:solidFill>
                <a:latin typeface="Lato"/>
                <a:ea typeface="Lato"/>
                <a:cs typeface="Lato"/>
              </a:rPr>
              <a:t>gap</a:t>
            </a:r>
            <a:r>
              <a:rPr lang="de-DE" sz="2400" dirty="0">
                <a:solidFill>
                  <a:schemeClr val="dk1"/>
                </a:solidFill>
                <a:latin typeface="Lato"/>
                <a:ea typeface="Lato"/>
                <a:cs typeface="Lato"/>
              </a:rPr>
              <a:t> </a:t>
            </a:r>
            <a:r>
              <a:rPr lang="de-DE" sz="2400" dirty="0" err="1">
                <a:solidFill>
                  <a:schemeClr val="dk1"/>
                </a:solidFill>
                <a:latin typeface="Lato"/>
                <a:ea typeface="Lato"/>
                <a:cs typeface="Lato"/>
              </a:rPr>
              <a:t>had</a:t>
            </a:r>
            <a:r>
              <a:rPr lang="de-DE" sz="2400" dirty="0">
                <a:solidFill>
                  <a:schemeClr val="dk1"/>
                </a:solidFill>
                <a:latin typeface="Lato"/>
                <a:ea typeface="Lato"/>
                <a:cs typeface="Lato"/>
              </a:rPr>
              <a:t> </a:t>
            </a:r>
            <a:r>
              <a:rPr lang="de-DE" sz="2400" dirty="0" err="1">
                <a:solidFill>
                  <a:schemeClr val="dk1"/>
                </a:solidFill>
                <a:latin typeface="Lato"/>
                <a:ea typeface="Lato"/>
                <a:cs typeface="Lato"/>
              </a:rPr>
              <a:t>held</a:t>
            </a:r>
            <a:endParaRPr lang="de-DE" sz="2400" dirty="0">
              <a:solidFill>
                <a:schemeClr val="dk1"/>
              </a:solidFill>
              <a:latin typeface="Lato"/>
              <a:ea typeface="Lato"/>
              <a:cs typeface="Lato"/>
            </a:endParaRPr>
          </a:p>
          <a:p>
            <a:pPr marL="171450">
              <a:buSzPts val="2700"/>
            </a:pPr>
            <a:r>
              <a:rPr lang="en-US" sz="2400" b="1" dirty="0">
                <a:solidFill>
                  <a:schemeClr val="dk1"/>
                </a:solidFill>
                <a:latin typeface="Lato"/>
                <a:ea typeface="Lato"/>
                <a:cs typeface="Lato"/>
                <a:sym typeface="Lato"/>
              </a:rPr>
              <a:t>Variables:</a:t>
            </a:r>
          </a:p>
          <a:p>
            <a:pPr marL="514350" lvl="0" indent="-342900">
              <a:lnSpc>
                <a:spcPct val="150000"/>
              </a:lnSpc>
              <a:buSzPts val="2700"/>
              <a:buFont typeface="Arial" panose="020B0604020202020204" pitchFamily="34" charset="0"/>
              <a:buChar char="•"/>
            </a:pPr>
            <a:r>
              <a:rPr lang="en-US" sz="2400" dirty="0">
                <a:solidFill>
                  <a:schemeClr val="dk1"/>
                </a:solidFill>
                <a:latin typeface="Lato"/>
                <a:ea typeface="Lato"/>
                <a:cs typeface="Lato"/>
                <a:sym typeface="Lato"/>
              </a:rPr>
              <a:t>Gap</a:t>
            </a:r>
          </a:p>
          <a:p>
            <a:pPr marL="514350" lvl="0" indent="-342900">
              <a:lnSpc>
                <a:spcPct val="150000"/>
              </a:lnSpc>
              <a:buSzPts val="2700"/>
              <a:buFont typeface="Arial" panose="020B0604020202020204" pitchFamily="34" charset="0"/>
              <a:buChar char="•"/>
            </a:pPr>
            <a:r>
              <a:rPr lang="de-DE" sz="2400" dirty="0"/>
              <a:t>Price </a:t>
            </a:r>
            <a:r>
              <a:rPr lang="de-DE" sz="2400" dirty="0" err="1"/>
              <a:t>gave</a:t>
            </a:r>
            <a:r>
              <a:rPr lang="de-DE" sz="2400" dirty="0"/>
              <a:t> back </a:t>
            </a:r>
            <a:r>
              <a:rPr lang="de-DE" sz="2400" dirty="0" err="1"/>
              <a:t>the</a:t>
            </a:r>
            <a:r>
              <a:rPr lang="de-DE" sz="2400" dirty="0"/>
              <a:t> </a:t>
            </a:r>
            <a:r>
              <a:rPr lang="de-DE" sz="2400" dirty="0" err="1"/>
              <a:t>gap</a:t>
            </a:r>
            <a:r>
              <a:rPr lang="de-DE" sz="2400" dirty="0"/>
              <a:t> </a:t>
            </a:r>
            <a:r>
              <a:rPr lang="de-DE" sz="2400" dirty="0" err="1"/>
              <a:t>to</a:t>
            </a:r>
            <a:r>
              <a:rPr lang="de-DE" sz="2400" dirty="0"/>
              <a:t> a clean </a:t>
            </a:r>
            <a:r>
              <a:rPr lang="de-DE" sz="2400" dirty="0" err="1"/>
              <a:t>intraday</a:t>
            </a:r>
            <a:r>
              <a:rPr lang="de-DE" sz="2400" dirty="0"/>
              <a:t> support </a:t>
            </a:r>
            <a:r>
              <a:rPr lang="de-DE" sz="2400" dirty="0" err="1"/>
              <a:t>level</a:t>
            </a:r>
            <a:r>
              <a:rPr lang="de-DE" sz="2400" dirty="0"/>
              <a:t>, </a:t>
            </a:r>
            <a:r>
              <a:rPr lang="de-DE" sz="2400" dirty="0" err="1"/>
              <a:t>turned</a:t>
            </a:r>
            <a:r>
              <a:rPr lang="de-DE" sz="2400" dirty="0"/>
              <a:t> </a:t>
            </a:r>
            <a:r>
              <a:rPr lang="de-DE" sz="2400" dirty="0" err="1"/>
              <a:t>sharply</a:t>
            </a:r>
            <a:r>
              <a:rPr lang="de-DE" sz="2400" dirty="0"/>
              <a:t> </a:t>
            </a:r>
            <a:r>
              <a:rPr lang="de-DE" sz="2400" dirty="0" err="1"/>
              <a:t>with</a:t>
            </a:r>
            <a:r>
              <a:rPr lang="de-DE" sz="2400" dirty="0"/>
              <a:t> </a:t>
            </a:r>
            <a:r>
              <a:rPr lang="de-DE" sz="2400" dirty="0" err="1"/>
              <a:t>confirming</a:t>
            </a:r>
            <a:r>
              <a:rPr lang="de-DE" sz="2400" dirty="0"/>
              <a:t> </a:t>
            </a:r>
            <a:r>
              <a:rPr lang="de-DE" sz="2400" dirty="0" err="1"/>
              <a:t>volume</a:t>
            </a:r>
            <a:endParaRPr lang="de-DE" sz="2400" dirty="0"/>
          </a:p>
          <a:p>
            <a:pPr marL="514350" lvl="0" indent="-342900">
              <a:lnSpc>
                <a:spcPct val="150000"/>
              </a:lnSpc>
              <a:buSzPts val="2700"/>
              <a:buFont typeface="Arial" panose="020B0604020202020204" pitchFamily="34" charset="0"/>
              <a:buChar char="•"/>
            </a:pPr>
            <a:r>
              <a:rPr lang="en-US" sz="2400" dirty="0">
                <a:solidFill>
                  <a:schemeClr val="dk1"/>
                </a:solidFill>
                <a:latin typeface="Lato"/>
                <a:ea typeface="Lato"/>
                <a:cs typeface="Lato"/>
                <a:sym typeface="Lato"/>
              </a:rPr>
              <a:t>RVOL &gt; 3</a:t>
            </a:r>
          </a:p>
          <a:p>
            <a:pPr marL="514350" lvl="0" indent="-342900">
              <a:lnSpc>
                <a:spcPct val="150000"/>
              </a:lnSpc>
              <a:buSzPts val="2700"/>
              <a:buFont typeface="Arial" panose="020B0604020202020204" pitchFamily="34" charset="0"/>
              <a:buChar char="•"/>
            </a:pPr>
            <a:r>
              <a:rPr lang="en-US" sz="2400" dirty="0">
                <a:solidFill>
                  <a:schemeClr val="dk1"/>
                </a:solidFill>
                <a:latin typeface="Lato"/>
                <a:ea typeface="Lato"/>
                <a:cs typeface="Lato"/>
                <a:sym typeface="Lato"/>
              </a:rPr>
              <a:t>Clear Range</a:t>
            </a:r>
          </a:p>
          <a:p>
            <a:pPr marL="514350" lvl="0" indent="-342900">
              <a:lnSpc>
                <a:spcPct val="150000"/>
              </a:lnSpc>
              <a:buSzPts val="2700"/>
              <a:buFont typeface="Arial" panose="020B0604020202020204" pitchFamily="34" charset="0"/>
              <a:buChar char="•"/>
            </a:pPr>
            <a:r>
              <a:rPr lang="en-US" sz="2400" dirty="0">
                <a:solidFill>
                  <a:schemeClr val="dk1"/>
                </a:solidFill>
                <a:latin typeface="Lato"/>
                <a:ea typeface="Lato"/>
                <a:cs typeface="Lato"/>
                <a:sym typeface="Lato"/>
              </a:rPr>
              <a:t>Range Breakout</a:t>
            </a:r>
          </a:p>
        </p:txBody>
      </p:sp>
      <p:pic>
        <p:nvPicPr>
          <p:cNvPr id="235" name="Google Shape;235;g249ea4ecd50_0_7"/>
          <p:cNvPicPr preferRelativeResize="0"/>
          <p:nvPr/>
        </p:nvPicPr>
        <p:blipFill>
          <a:blip r:embed="rId4">
            <a:alphaModFix/>
          </a:blip>
          <a:stretch>
            <a:fillRect/>
          </a:stretch>
        </p:blipFill>
        <p:spPr>
          <a:xfrm>
            <a:off x="0" y="0"/>
            <a:ext cx="3371850" cy="866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9"/>
        <p:cNvGrpSpPr/>
        <p:nvPr/>
      </p:nvGrpSpPr>
      <p:grpSpPr>
        <a:xfrm>
          <a:off x="0" y="0"/>
          <a:ext cx="0" cy="0"/>
          <a:chOff x="0" y="0"/>
          <a:chExt cx="0" cy="0"/>
        </a:xfrm>
      </p:grpSpPr>
      <p:sp>
        <p:nvSpPr>
          <p:cNvPr id="240" name="Google Shape;240;g24a03e67d01_0_118"/>
          <p:cNvSpPr txBox="1"/>
          <p:nvPr/>
        </p:nvSpPr>
        <p:spPr>
          <a:xfrm>
            <a:off x="4602155" y="122831"/>
            <a:ext cx="9083700" cy="1146412"/>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400" i="0" u="none" strike="noStrike" cap="none" dirty="0">
                <a:solidFill>
                  <a:schemeClr val="lt1"/>
                </a:solidFill>
                <a:latin typeface="Lato Black"/>
                <a:ea typeface="Lato Black"/>
                <a:cs typeface="Lato Black"/>
                <a:sym typeface="Lato Black"/>
              </a:rPr>
              <a:t>TRADE MANAGEMENT</a:t>
            </a:r>
            <a:endParaRPr sz="4400" i="0" u="none" strike="noStrike" cap="none" dirty="0">
              <a:solidFill>
                <a:srgbClr val="000000"/>
              </a:solidFill>
              <a:latin typeface="Lato Black"/>
              <a:ea typeface="Lato Black"/>
              <a:cs typeface="Lato Black"/>
              <a:sym typeface="Lato Black"/>
            </a:endParaRPr>
          </a:p>
        </p:txBody>
      </p:sp>
      <p:pic>
        <p:nvPicPr>
          <p:cNvPr id="242" name="Google Shape;242;g24a03e67d01_0_118"/>
          <p:cNvPicPr preferRelativeResize="0"/>
          <p:nvPr/>
        </p:nvPicPr>
        <p:blipFill>
          <a:blip r:embed="rId4">
            <a:alphaModFix/>
          </a:blip>
          <a:stretch>
            <a:fillRect/>
          </a:stretch>
        </p:blipFill>
        <p:spPr>
          <a:xfrm>
            <a:off x="0" y="0"/>
            <a:ext cx="3371850" cy="866775"/>
          </a:xfrm>
          <a:prstGeom prst="rect">
            <a:avLst/>
          </a:prstGeom>
          <a:noFill/>
          <a:ln>
            <a:noFill/>
          </a:ln>
        </p:spPr>
      </p:pic>
      <p:pic>
        <p:nvPicPr>
          <p:cNvPr id="5" name="Grafik 4" descr="The image appears to be a chart or graph showing stock market data for B Strategy Inc Class A (ticker symbol: BSTR), with prices and volume information plotted for a specific trading day, including various levels of support and resistance.&#10;&#10;KI-generierte Inhalte können fehlerhaft sein.">
            <a:extLst>
              <a:ext uri="{FF2B5EF4-FFF2-40B4-BE49-F238E27FC236}">
                <a16:creationId xmlns:a16="http://schemas.microsoft.com/office/drawing/2014/main" id="{39063341-15FF-DBD8-4B2F-DCBDD351A8E5}"/>
              </a:ext>
            </a:extLst>
          </p:cNvPr>
          <p:cNvPicPr>
            <a:picLocks noChangeAspect="1"/>
          </p:cNvPicPr>
          <p:nvPr/>
        </p:nvPicPr>
        <p:blipFill>
          <a:blip r:embed="rId5"/>
          <a:stretch>
            <a:fillRect/>
          </a:stretch>
        </p:blipFill>
        <p:spPr>
          <a:xfrm>
            <a:off x="1815152" y="973251"/>
            <a:ext cx="14725935" cy="85099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9">
          <a:extLst>
            <a:ext uri="{FF2B5EF4-FFF2-40B4-BE49-F238E27FC236}">
              <a16:creationId xmlns:a16="http://schemas.microsoft.com/office/drawing/2014/main" id="{8CB12A7B-800E-AF4D-96EE-D161D5862C8A}"/>
            </a:ext>
          </a:extLst>
        </p:cNvPr>
        <p:cNvGrpSpPr/>
        <p:nvPr/>
      </p:nvGrpSpPr>
      <p:grpSpPr>
        <a:xfrm>
          <a:off x="0" y="0"/>
          <a:ext cx="0" cy="0"/>
          <a:chOff x="0" y="0"/>
          <a:chExt cx="0" cy="0"/>
        </a:xfrm>
      </p:grpSpPr>
      <p:sp>
        <p:nvSpPr>
          <p:cNvPr id="240" name="Google Shape;240;g24a03e67d01_0_118">
            <a:extLst>
              <a:ext uri="{FF2B5EF4-FFF2-40B4-BE49-F238E27FC236}">
                <a16:creationId xmlns:a16="http://schemas.microsoft.com/office/drawing/2014/main" id="{7F3C48A3-7746-22CC-83DB-73FBB1DFFEC2}"/>
              </a:ext>
            </a:extLst>
          </p:cNvPr>
          <p:cNvSpPr txBox="1"/>
          <p:nvPr/>
        </p:nvSpPr>
        <p:spPr>
          <a:xfrm>
            <a:off x="4602155" y="122831"/>
            <a:ext cx="9083700" cy="1146412"/>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400" i="0" u="none" strike="noStrike" cap="none" dirty="0">
                <a:solidFill>
                  <a:schemeClr val="lt1"/>
                </a:solidFill>
                <a:latin typeface="Lato Black"/>
                <a:ea typeface="Lato Black"/>
                <a:cs typeface="Lato Black"/>
                <a:sym typeface="Lato Black"/>
              </a:rPr>
              <a:t>TRADE MANAGEMENT</a:t>
            </a:r>
            <a:endParaRPr sz="4400" i="0" u="none" strike="noStrike" cap="none" dirty="0">
              <a:solidFill>
                <a:srgbClr val="000000"/>
              </a:solidFill>
              <a:latin typeface="Lato Black"/>
              <a:ea typeface="Lato Black"/>
              <a:cs typeface="Lato Black"/>
              <a:sym typeface="Lato Black"/>
            </a:endParaRPr>
          </a:p>
        </p:txBody>
      </p:sp>
      <p:pic>
        <p:nvPicPr>
          <p:cNvPr id="242" name="Google Shape;242;g24a03e67d01_0_118">
            <a:extLst>
              <a:ext uri="{FF2B5EF4-FFF2-40B4-BE49-F238E27FC236}">
                <a16:creationId xmlns:a16="http://schemas.microsoft.com/office/drawing/2014/main" id="{6DDC5A86-AA53-664A-AD2E-447164E3729D}"/>
              </a:ext>
            </a:extLst>
          </p:cNvPr>
          <p:cNvPicPr preferRelativeResize="0"/>
          <p:nvPr/>
        </p:nvPicPr>
        <p:blipFill>
          <a:blip r:embed="rId4">
            <a:alphaModFix/>
          </a:blip>
          <a:stretch>
            <a:fillRect/>
          </a:stretch>
        </p:blipFill>
        <p:spPr>
          <a:xfrm>
            <a:off x="0" y="0"/>
            <a:ext cx="3371850" cy="866775"/>
          </a:xfrm>
          <a:prstGeom prst="rect">
            <a:avLst/>
          </a:prstGeom>
          <a:noFill/>
          <a:ln>
            <a:noFill/>
          </a:ln>
        </p:spPr>
      </p:pic>
      <p:pic>
        <p:nvPicPr>
          <p:cNvPr id="3" name="Grafik 2" descr="The image shows a stock chart for MSTR with a current price of 120.85, a high of 121.06, a low of 120.67, and an average price of 120.84.&#10;&#10;KI-generierte Inhalte können fehlerhaft sein.">
            <a:extLst>
              <a:ext uri="{FF2B5EF4-FFF2-40B4-BE49-F238E27FC236}">
                <a16:creationId xmlns:a16="http://schemas.microsoft.com/office/drawing/2014/main" id="{0B2028A6-4B56-41DF-7188-212EE4296716}"/>
              </a:ext>
            </a:extLst>
          </p:cNvPr>
          <p:cNvPicPr>
            <a:picLocks noChangeAspect="1"/>
          </p:cNvPicPr>
          <p:nvPr/>
        </p:nvPicPr>
        <p:blipFill>
          <a:blip r:embed="rId5"/>
          <a:stretch>
            <a:fillRect/>
          </a:stretch>
        </p:blipFill>
        <p:spPr>
          <a:xfrm>
            <a:off x="3371850" y="1047689"/>
            <a:ext cx="12787100" cy="8497498"/>
          </a:xfrm>
          <a:prstGeom prst="rect">
            <a:avLst/>
          </a:prstGeom>
        </p:spPr>
      </p:pic>
    </p:spTree>
    <p:extLst>
      <p:ext uri="{BB962C8B-B14F-4D97-AF65-F5344CB8AC3E}">
        <p14:creationId xmlns:p14="http://schemas.microsoft.com/office/powerpoint/2010/main" val="2999452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4"/>
        <p:cNvGrpSpPr/>
        <p:nvPr/>
      </p:nvGrpSpPr>
      <p:grpSpPr>
        <a:xfrm>
          <a:off x="0" y="0"/>
          <a:ext cx="0" cy="0"/>
          <a:chOff x="0" y="0"/>
          <a:chExt cx="0" cy="0"/>
        </a:xfrm>
      </p:grpSpPr>
      <p:sp>
        <p:nvSpPr>
          <p:cNvPr id="265" name="Google Shape;265;g24a03e67d01_0_132"/>
          <p:cNvSpPr txBox="1"/>
          <p:nvPr/>
        </p:nvSpPr>
        <p:spPr>
          <a:xfrm>
            <a:off x="0" y="782050"/>
            <a:ext cx="8258100" cy="1463400"/>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400" dirty="0">
                <a:solidFill>
                  <a:schemeClr val="lt1"/>
                </a:solidFill>
                <a:latin typeface="Lato Black"/>
                <a:ea typeface="Lato Black"/>
                <a:cs typeface="Lato Black"/>
                <a:sym typeface="Lato Black"/>
              </a:rPr>
              <a:t>RISK MANAGEMENT</a:t>
            </a:r>
            <a:endParaRPr sz="4400" i="0" u="none" strike="noStrike" cap="none" dirty="0">
              <a:solidFill>
                <a:srgbClr val="000000"/>
              </a:solidFill>
              <a:latin typeface="Lato Black"/>
              <a:ea typeface="Lato Black"/>
              <a:cs typeface="Lato Black"/>
              <a:sym typeface="Lato Black"/>
            </a:endParaRPr>
          </a:p>
        </p:txBody>
      </p:sp>
      <p:sp>
        <p:nvSpPr>
          <p:cNvPr id="266" name="Google Shape;266;g24a03e67d01_0_132"/>
          <p:cNvSpPr txBox="1"/>
          <p:nvPr/>
        </p:nvSpPr>
        <p:spPr>
          <a:xfrm>
            <a:off x="796522" y="2996759"/>
            <a:ext cx="6950700" cy="4708800"/>
          </a:xfrm>
          <a:prstGeom prst="rect">
            <a:avLst/>
          </a:prstGeom>
          <a:noFill/>
          <a:ln>
            <a:noFill/>
          </a:ln>
        </p:spPr>
        <p:txBody>
          <a:bodyPr spcFirstLastPara="1" wrap="square" lIns="137150" tIns="68550" rIns="137150" bIns="68550" anchor="t" anchorCtr="0">
            <a:noAutofit/>
          </a:bodyPr>
          <a:lstStyle/>
          <a:p>
            <a:pPr marL="685800" indent="-533400">
              <a:buClr>
                <a:schemeClr val="lt1"/>
              </a:buClr>
              <a:buSzPts val="3000"/>
              <a:buFont typeface="Lato"/>
              <a:buChar char="●"/>
            </a:pPr>
            <a:r>
              <a:rPr lang="en-US" sz="3200" dirty="0">
                <a:solidFill>
                  <a:schemeClr val="bg1"/>
                </a:solidFill>
              </a:rPr>
              <a:t>How much will you risk on the trade? $20</a:t>
            </a:r>
          </a:p>
          <a:p>
            <a:pPr marL="685800" marR="0" lvl="0" indent="-533400" algn="l" rtl="0">
              <a:lnSpc>
                <a:spcPct val="100000"/>
              </a:lnSpc>
              <a:spcBef>
                <a:spcPts val="0"/>
              </a:spcBef>
              <a:spcAft>
                <a:spcPts val="0"/>
              </a:spcAft>
              <a:buClr>
                <a:schemeClr val="lt1"/>
              </a:buClr>
              <a:buSzPts val="3000"/>
              <a:buFont typeface="Lato"/>
              <a:buChar char="●"/>
            </a:pPr>
            <a:endParaRPr sz="3000" i="0" u="none" strike="noStrike" cap="none" dirty="0">
              <a:solidFill>
                <a:schemeClr val="lt1"/>
              </a:solidFill>
              <a:latin typeface="Lato"/>
              <a:ea typeface="Lato"/>
              <a:cs typeface="Lato"/>
              <a:sym typeface="Lato"/>
            </a:endParaRPr>
          </a:p>
          <a:p>
            <a:pPr marL="685800" marR="0" lvl="0" indent="0" algn="l" rtl="0">
              <a:lnSpc>
                <a:spcPct val="100000"/>
              </a:lnSpc>
              <a:spcBef>
                <a:spcPts val="0"/>
              </a:spcBef>
              <a:spcAft>
                <a:spcPts val="0"/>
              </a:spcAft>
              <a:buNone/>
            </a:pPr>
            <a:endParaRPr sz="3000" dirty="0">
              <a:solidFill>
                <a:schemeClr val="lt1"/>
              </a:solidFill>
              <a:latin typeface="Lato"/>
              <a:ea typeface="Lato"/>
              <a:cs typeface="Lato"/>
              <a:sym typeface="Lato"/>
            </a:endParaRPr>
          </a:p>
          <a:p>
            <a:pPr marL="685800" marR="0" lvl="0" indent="-533400" algn="l" rtl="0">
              <a:lnSpc>
                <a:spcPct val="100000"/>
              </a:lnSpc>
              <a:spcBef>
                <a:spcPts val="0"/>
              </a:spcBef>
              <a:spcAft>
                <a:spcPts val="0"/>
              </a:spcAft>
              <a:buClr>
                <a:schemeClr val="lt1"/>
              </a:buClr>
              <a:buSzPts val="3000"/>
              <a:buFont typeface="Lato"/>
              <a:buChar char="●"/>
            </a:pPr>
            <a:r>
              <a:rPr lang="es-MX" sz="3000" dirty="0">
                <a:solidFill>
                  <a:schemeClr val="lt1"/>
                </a:solidFill>
                <a:latin typeface="Lato"/>
                <a:ea typeface="Lato"/>
                <a:cs typeface="Lato"/>
                <a:sym typeface="Lato"/>
              </a:rPr>
              <a:t>What percentage of your daily stop loss will you risk? 20%</a:t>
            </a:r>
            <a:endParaRPr sz="3000" dirty="0">
              <a:solidFill>
                <a:schemeClr val="lt1"/>
              </a:solidFill>
              <a:latin typeface="Lato"/>
              <a:ea typeface="Lato"/>
              <a:cs typeface="Lato"/>
              <a:sym typeface="Lato"/>
            </a:endParaRPr>
          </a:p>
          <a:p>
            <a:pPr marL="685800" marR="0" lvl="0" indent="0" algn="l" rtl="0">
              <a:lnSpc>
                <a:spcPct val="100000"/>
              </a:lnSpc>
              <a:spcBef>
                <a:spcPts val="0"/>
              </a:spcBef>
              <a:spcAft>
                <a:spcPts val="0"/>
              </a:spcAft>
              <a:buNone/>
            </a:pPr>
            <a:r>
              <a:rPr lang="de-DE" sz="3000" dirty="0">
                <a:solidFill>
                  <a:schemeClr val="lt1"/>
                </a:solidFill>
                <a:latin typeface="Lato"/>
                <a:ea typeface="Lato"/>
                <a:cs typeface="Lato"/>
                <a:sym typeface="Lato"/>
              </a:rPr>
              <a:t>  </a:t>
            </a:r>
            <a:endParaRPr sz="3000" dirty="0">
              <a:solidFill>
                <a:schemeClr val="lt1"/>
              </a:solidFill>
              <a:latin typeface="Lato"/>
              <a:ea typeface="Lato"/>
              <a:cs typeface="Lato"/>
              <a:sym typeface="Lato"/>
            </a:endParaRPr>
          </a:p>
        </p:txBody>
      </p:sp>
      <p:sp>
        <p:nvSpPr>
          <p:cNvPr id="267" name="Google Shape;267;g24a03e67d01_0_132"/>
          <p:cNvSpPr txBox="1"/>
          <p:nvPr/>
        </p:nvSpPr>
        <p:spPr>
          <a:xfrm>
            <a:off x="9779546" y="532662"/>
            <a:ext cx="7255200" cy="7912500"/>
          </a:xfrm>
          <a:prstGeom prst="rect">
            <a:avLst/>
          </a:prstGeom>
          <a:noFill/>
          <a:ln>
            <a:noFill/>
          </a:ln>
        </p:spPr>
        <p:txBody>
          <a:bodyPr spcFirstLastPara="1" wrap="square" lIns="137150" tIns="68550" rIns="137150" bIns="68550" anchor="ctr" anchorCtr="0">
            <a:noAutofit/>
          </a:bodyPr>
          <a:lstStyle/>
          <a:p>
            <a:pPr marL="571500" indent="-571500">
              <a:buFont typeface="Arial" panose="020B0604020202020204" pitchFamily="34" charset="0"/>
              <a:buChar char="•"/>
            </a:pPr>
            <a:r>
              <a:rPr lang="en-US" sz="2800" dirty="0">
                <a:latin typeface="Lato" panose="020F0502020204030203" pitchFamily="34" charset="0"/>
                <a:ea typeface="Lato" panose="020F0502020204030203" pitchFamily="34" charset="0"/>
                <a:cs typeface="Lato" panose="020F0502020204030203" pitchFamily="34" charset="0"/>
              </a:rPr>
              <a:t>Be specific about your risk  </a:t>
            </a:r>
          </a:p>
          <a:p>
            <a:endParaRPr lang="en-US" sz="3600" dirty="0">
              <a:latin typeface="Lato" panose="020F0502020204030203" pitchFamily="34" charset="0"/>
              <a:ea typeface="Lato" panose="020F0502020204030203" pitchFamily="34" charset="0"/>
              <a:cs typeface="Lato" panose="020F0502020204030203" pitchFamily="34" charset="0"/>
            </a:endParaRPr>
          </a:p>
          <a:p>
            <a:r>
              <a:rPr lang="en-US" sz="2400" dirty="0">
                <a:latin typeface="Lato" panose="020F0502020204030203" pitchFamily="34" charset="0"/>
                <a:ea typeface="Lato" panose="020F0502020204030203" pitchFamily="34" charset="0"/>
                <a:cs typeface="Lato" panose="020F0502020204030203" pitchFamily="34" charset="0"/>
              </a:rPr>
              <a:t>Daily stop: $100</a:t>
            </a:r>
          </a:p>
          <a:p>
            <a:r>
              <a:rPr lang="en-US" sz="2400" dirty="0">
                <a:latin typeface="Lato" panose="020F0502020204030203" pitchFamily="34" charset="0"/>
                <a:ea typeface="Lato" panose="020F0502020204030203" pitchFamily="34" charset="0"/>
                <a:cs typeface="Lato" panose="020F0502020204030203" pitchFamily="34" charset="0"/>
              </a:rPr>
              <a:t>Grade: B</a:t>
            </a:r>
          </a:p>
          <a:p>
            <a:r>
              <a:rPr lang="en-US" sz="2400" dirty="0">
                <a:latin typeface="Lato" panose="020F0502020204030203" pitchFamily="34" charset="0"/>
                <a:ea typeface="Lato" panose="020F0502020204030203" pitchFamily="34" charset="0"/>
                <a:cs typeface="Lato" panose="020F0502020204030203" pitchFamily="34" charset="0"/>
              </a:rPr>
              <a:t>Risk allocated to trade: $20</a:t>
            </a:r>
          </a:p>
          <a:p>
            <a:endParaRPr lang="en-US" sz="3600" dirty="0">
              <a:latin typeface="Lato" panose="020F0502020204030203" pitchFamily="34" charset="0"/>
              <a:ea typeface="Lato" panose="020F0502020204030203" pitchFamily="34" charset="0"/>
              <a:cs typeface="Lato" panose="020F0502020204030203" pitchFamily="34" charset="0"/>
            </a:endParaRPr>
          </a:p>
          <a:p>
            <a:pPr marL="571500" indent="-571500">
              <a:buFont typeface="Arial" panose="020B0604020202020204" pitchFamily="34" charset="0"/>
              <a:buChar char="•"/>
            </a:pPr>
            <a:r>
              <a:rPr lang="en-US" sz="2400" dirty="0">
                <a:latin typeface="Lato" panose="020F0502020204030203" pitchFamily="34" charset="0"/>
                <a:ea typeface="Lato" panose="020F0502020204030203" pitchFamily="34" charset="0"/>
                <a:cs typeface="Lato" panose="020F0502020204030203" pitchFamily="34" charset="0"/>
              </a:rPr>
              <a:t>Be specific about your stops for each trade</a:t>
            </a:r>
          </a:p>
          <a:p>
            <a:pPr marL="571500" indent="-571500">
              <a:buFont typeface="Arial" panose="020B0604020202020204" pitchFamily="34" charset="0"/>
              <a:buChar char="•"/>
            </a:pPr>
            <a:r>
              <a:rPr lang="en-US" sz="2400" dirty="0">
                <a:latin typeface="Lato" panose="020F0502020204030203" pitchFamily="34" charset="0"/>
                <a:ea typeface="Lato" panose="020F0502020204030203" pitchFamily="34" charset="0"/>
                <a:cs typeface="Lato" panose="020F0502020204030203" pitchFamily="34" charset="0"/>
              </a:rPr>
              <a:t>Stop was half of the range which was broken</a:t>
            </a:r>
            <a:endParaRPr lang="en-US" sz="2800" dirty="0">
              <a:latin typeface="Lato" panose="020F0502020204030203" pitchFamily="34" charset="0"/>
              <a:ea typeface="Lato" panose="020F0502020204030203" pitchFamily="34" charset="0"/>
              <a:cs typeface="Lato" panose="020F0502020204030203" pitchFamily="34" charset="0"/>
            </a:endParaRPr>
          </a:p>
        </p:txBody>
      </p:sp>
      <p:pic>
        <p:nvPicPr>
          <p:cNvPr id="2" name="Google Shape;145;p3">
            <a:extLst>
              <a:ext uri="{FF2B5EF4-FFF2-40B4-BE49-F238E27FC236}">
                <a16:creationId xmlns:a16="http://schemas.microsoft.com/office/drawing/2014/main" id="{03F456CA-97E1-5FDB-BA3A-FA67EA96D75A}"/>
              </a:ext>
            </a:extLst>
          </p:cNvPr>
          <p:cNvPicPr preferRelativeResize="0"/>
          <p:nvPr/>
        </p:nvPicPr>
        <p:blipFill>
          <a:blip r:embed="rId4">
            <a:alphaModFix/>
          </a:blip>
          <a:stretch>
            <a:fillRect/>
          </a:stretch>
        </p:blipFill>
        <p:spPr>
          <a:xfrm>
            <a:off x="0" y="0"/>
            <a:ext cx="3371850" cy="866775"/>
          </a:xfrm>
          <a:prstGeom prst="rect">
            <a:avLst/>
          </a:prstGeom>
          <a:noFill/>
          <a:ln>
            <a:noFill/>
          </a:ln>
        </p:spPr>
      </p:pic>
    </p:spTree>
    <p:extLst>
      <p:ext uri="{BB962C8B-B14F-4D97-AF65-F5344CB8AC3E}">
        <p14:creationId xmlns:p14="http://schemas.microsoft.com/office/powerpoint/2010/main" val="1202860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6"/>
        <p:cNvGrpSpPr/>
        <p:nvPr/>
      </p:nvGrpSpPr>
      <p:grpSpPr>
        <a:xfrm>
          <a:off x="0" y="0"/>
          <a:ext cx="0" cy="0"/>
          <a:chOff x="0" y="0"/>
          <a:chExt cx="0" cy="0"/>
        </a:xfrm>
      </p:grpSpPr>
      <p:sp>
        <p:nvSpPr>
          <p:cNvPr id="257" name="Google Shape;257;g24a03e67d01_0_155"/>
          <p:cNvSpPr txBox="1"/>
          <p:nvPr/>
        </p:nvSpPr>
        <p:spPr>
          <a:xfrm>
            <a:off x="0" y="147050"/>
            <a:ext cx="18288000" cy="1463400"/>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400" dirty="0">
                <a:solidFill>
                  <a:schemeClr val="dk1"/>
                </a:solidFill>
                <a:latin typeface="Lato Black"/>
                <a:ea typeface="Lato Black"/>
                <a:cs typeface="Lato Black"/>
                <a:sym typeface="Lato Black"/>
              </a:rPr>
              <a:t>TECHNOLOGY</a:t>
            </a:r>
            <a:endParaRPr sz="4400" i="0" u="none" strike="noStrike" cap="none" dirty="0">
              <a:solidFill>
                <a:schemeClr val="dk1"/>
              </a:solidFill>
              <a:latin typeface="Lato Black"/>
              <a:ea typeface="Lato Black"/>
              <a:cs typeface="Lato Black"/>
              <a:sym typeface="Lato Black"/>
            </a:endParaRPr>
          </a:p>
        </p:txBody>
      </p:sp>
      <p:pic>
        <p:nvPicPr>
          <p:cNvPr id="2" name="Google Shape;145;p3">
            <a:extLst>
              <a:ext uri="{FF2B5EF4-FFF2-40B4-BE49-F238E27FC236}">
                <a16:creationId xmlns:a16="http://schemas.microsoft.com/office/drawing/2014/main" id="{7B761A47-85ED-0520-F027-3AF45C67BF8D}"/>
              </a:ext>
            </a:extLst>
          </p:cNvPr>
          <p:cNvPicPr preferRelativeResize="0"/>
          <p:nvPr/>
        </p:nvPicPr>
        <p:blipFill>
          <a:blip r:embed="rId4">
            <a:alphaModFix/>
          </a:blip>
          <a:stretch>
            <a:fillRect/>
          </a:stretch>
        </p:blipFill>
        <p:spPr>
          <a:xfrm>
            <a:off x="0" y="0"/>
            <a:ext cx="3371850" cy="866775"/>
          </a:xfrm>
          <a:prstGeom prst="rect">
            <a:avLst/>
          </a:prstGeom>
          <a:noFill/>
          <a:ln>
            <a:noFill/>
          </a:ln>
        </p:spPr>
      </p:pic>
      <p:pic>
        <p:nvPicPr>
          <p:cNvPr id="4" name="Picture 3">
            <a:extLst>
              <a:ext uri="{FF2B5EF4-FFF2-40B4-BE49-F238E27FC236}">
                <a16:creationId xmlns:a16="http://schemas.microsoft.com/office/drawing/2014/main" id="{C71490C6-57B8-A317-3937-91DEEAD4D8F6}"/>
              </a:ext>
            </a:extLst>
          </p:cNvPr>
          <p:cNvPicPr>
            <a:picLocks noChangeAspect="1"/>
          </p:cNvPicPr>
          <p:nvPr/>
        </p:nvPicPr>
        <p:blipFill>
          <a:blip r:embed="rId5"/>
          <a:stretch>
            <a:fillRect/>
          </a:stretch>
        </p:blipFill>
        <p:spPr>
          <a:xfrm>
            <a:off x="1" y="1757499"/>
            <a:ext cx="8974290" cy="4465879"/>
          </a:xfrm>
          <a:prstGeom prst="rect">
            <a:avLst/>
          </a:prstGeom>
        </p:spPr>
      </p:pic>
      <p:pic>
        <p:nvPicPr>
          <p:cNvPr id="6" name="Picture 5">
            <a:extLst>
              <a:ext uri="{FF2B5EF4-FFF2-40B4-BE49-F238E27FC236}">
                <a16:creationId xmlns:a16="http://schemas.microsoft.com/office/drawing/2014/main" id="{4AADC47A-C528-8C14-9CBD-D0E1698E0893}"/>
              </a:ext>
            </a:extLst>
          </p:cNvPr>
          <p:cNvPicPr>
            <a:picLocks noChangeAspect="1"/>
          </p:cNvPicPr>
          <p:nvPr/>
        </p:nvPicPr>
        <p:blipFill>
          <a:blip r:embed="rId6"/>
          <a:stretch>
            <a:fillRect/>
          </a:stretch>
        </p:blipFill>
        <p:spPr>
          <a:xfrm>
            <a:off x="8960639" y="5143500"/>
            <a:ext cx="9327360" cy="4996450"/>
          </a:xfrm>
          <a:prstGeom prst="rect">
            <a:avLst/>
          </a:prstGeom>
        </p:spPr>
      </p:pic>
      <p:sp>
        <p:nvSpPr>
          <p:cNvPr id="7" name="TextBox 6">
            <a:extLst>
              <a:ext uri="{FF2B5EF4-FFF2-40B4-BE49-F238E27FC236}">
                <a16:creationId xmlns:a16="http://schemas.microsoft.com/office/drawing/2014/main" id="{A1539013-6411-9B2E-205E-8C356B51BCFD}"/>
              </a:ext>
            </a:extLst>
          </p:cNvPr>
          <p:cNvSpPr txBox="1"/>
          <p:nvPr/>
        </p:nvSpPr>
        <p:spPr>
          <a:xfrm>
            <a:off x="10740788" y="2210937"/>
            <a:ext cx="3810659" cy="830997"/>
          </a:xfrm>
          <a:prstGeom prst="rect">
            <a:avLst/>
          </a:prstGeom>
          <a:noFill/>
        </p:spPr>
        <p:txBody>
          <a:bodyPr wrap="none" rtlCol="0">
            <a:spAutoFit/>
          </a:bodyPr>
          <a:lstStyle/>
          <a:p>
            <a:r>
              <a:rPr lang="de-DE" sz="2400" b="1" dirty="0">
                <a:latin typeface="Lato" panose="020F0502020204030203" pitchFamily="34" charset="0"/>
                <a:ea typeface="Lato" panose="020F0502020204030203" pitchFamily="34" charset="0"/>
                <a:cs typeface="Lato" panose="020F0502020204030203" pitchFamily="34" charset="0"/>
              </a:rPr>
              <a:t>Day 2 </a:t>
            </a:r>
            <a:r>
              <a:rPr lang="de-DE" sz="2400" b="1" dirty="0" err="1">
                <a:latin typeface="Lato" panose="020F0502020204030203" pitchFamily="34" charset="0"/>
                <a:ea typeface="Lato" panose="020F0502020204030203" pitchFamily="34" charset="0"/>
                <a:cs typeface="Lato" panose="020F0502020204030203" pitchFamily="34" charset="0"/>
              </a:rPr>
              <a:t>Continuation</a:t>
            </a:r>
            <a:r>
              <a:rPr lang="de-DE" sz="2400" b="1" dirty="0">
                <a:latin typeface="Lato" panose="020F0502020204030203" pitchFamily="34" charset="0"/>
                <a:ea typeface="Lato" panose="020F0502020204030203" pitchFamily="34" charset="0"/>
                <a:cs typeface="Lato" panose="020F0502020204030203" pitchFamily="34" charset="0"/>
              </a:rPr>
              <a:t> Finder</a:t>
            </a:r>
          </a:p>
          <a:p>
            <a:r>
              <a:rPr lang="de-DE" sz="2400" b="1" dirty="0">
                <a:latin typeface="Lato" panose="020F0502020204030203" pitchFamily="34" charset="0"/>
                <a:ea typeface="Lato" panose="020F0502020204030203" pitchFamily="34" charset="0"/>
                <a:cs typeface="Lato" panose="020F0502020204030203" pitchFamily="34" charset="0"/>
              </a:rPr>
              <a:t>RVOL Screener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4"/>
        <p:cNvGrpSpPr/>
        <p:nvPr/>
      </p:nvGrpSpPr>
      <p:grpSpPr>
        <a:xfrm>
          <a:off x="0" y="0"/>
          <a:ext cx="0" cy="0"/>
          <a:chOff x="0" y="0"/>
          <a:chExt cx="0" cy="0"/>
        </a:xfrm>
      </p:grpSpPr>
      <p:sp>
        <p:nvSpPr>
          <p:cNvPr id="265" name="Google Shape;265;g24a03e67d01_0_132"/>
          <p:cNvSpPr txBox="1"/>
          <p:nvPr/>
        </p:nvSpPr>
        <p:spPr>
          <a:xfrm>
            <a:off x="0" y="782050"/>
            <a:ext cx="8258100" cy="1463400"/>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400">
                <a:solidFill>
                  <a:schemeClr val="lt1"/>
                </a:solidFill>
                <a:latin typeface="Lato Black"/>
                <a:ea typeface="Lato Black"/>
                <a:cs typeface="Lato Black"/>
                <a:sym typeface="Lato Black"/>
              </a:rPr>
              <a:t>TRADE REVIEW</a:t>
            </a:r>
            <a:endParaRPr sz="4400" i="0" u="none" strike="noStrike" cap="none">
              <a:solidFill>
                <a:srgbClr val="000000"/>
              </a:solidFill>
              <a:latin typeface="Lato Black"/>
              <a:ea typeface="Lato Black"/>
              <a:cs typeface="Lato Black"/>
              <a:sym typeface="Lato Black"/>
            </a:endParaRPr>
          </a:p>
        </p:txBody>
      </p:sp>
      <p:sp>
        <p:nvSpPr>
          <p:cNvPr id="266" name="Google Shape;266;g24a03e67d01_0_132"/>
          <p:cNvSpPr txBox="1"/>
          <p:nvPr/>
        </p:nvSpPr>
        <p:spPr>
          <a:xfrm>
            <a:off x="796522" y="2996759"/>
            <a:ext cx="6950700" cy="4708800"/>
          </a:xfrm>
          <a:prstGeom prst="rect">
            <a:avLst/>
          </a:prstGeom>
          <a:noFill/>
          <a:ln>
            <a:noFill/>
          </a:ln>
        </p:spPr>
        <p:txBody>
          <a:bodyPr spcFirstLastPara="1" wrap="square" lIns="137150" tIns="68550" rIns="137150" bIns="68550" anchor="t" anchorCtr="0">
            <a:noAutofit/>
          </a:bodyPr>
          <a:lstStyle/>
          <a:p>
            <a:pPr marL="685800" indent="-533400">
              <a:buClr>
                <a:srgbClr val="FFFFFF"/>
              </a:buClr>
              <a:buSzPts val="3000"/>
              <a:buFont typeface="Lato"/>
              <a:buChar char="●"/>
              <a:defRPr/>
            </a:pPr>
            <a:r>
              <a:rPr kumimoji="0" lang="de-DE" sz="3000" b="0" i="0" u="none" strike="noStrike" kern="0" cap="none" spc="0" normalizeH="0" baseline="0" noProof="0" dirty="0">
                <a:ln>
                  <a:noFill/>
                </a:ln>
                <a:solidFill>
                  <a:srgbClr val="FFFFFF"/>
                </a:solidFill>
                <a:effectLst/>
                <a:uLnTx/>
                <a:uFillTx/>
                <a:latin typeface="Lato"/>
                <a:ea typeface="Lato"/>
                <a:cs typeface="Lato"/>
                <a:sym typeface="Lato"/>
              </a:rPr>
              <a:t>Gap</a:t>
            </a:r>
          </a:p>
          <a:p>
            <a:pPr marL="685800" indent="-533400">
              <a:buClr>
                <a:srgbClr val="FFFFFF"/>
              </a:buClr>
              <a:buSzPts val="3000"/>
              <a:buFont typeface="Lato"/>
              <a:buChar char="●"/>
              <a:defRPr/>
            </a:pPr>
            <a:r>
              <a:rPr kumimoji="0" lang="de-DE" sz="3000" b="0" i="0" u="none" strike="noStrike" kern="0" cap="none" spc="0" normalizeH="0" baseline="0" noProof="0" dirty="0">
                <a:ln>
                  <a:noFill/>
                </a:ln>
                <a:solidFill>
                  <a:srgbClr val="FFFFFF"/>
                </a:solidFill>
                <a:effectLst/>
                <a:uLnTx/>
                <a:uFillTx/>
                <a:latin typeface="Lato"/>
                <a:ea typeface="Lato"/>
                <a:cs typeface="Lato"/>
                <a:sym typeface="Lato"/>
              </a:rPr>
              <a:t>Range and </a:t>
            </a:r>
            <a:r>
              <a:rPr kumimoji="0" lang="de-DE" sz="3000" b="0" i="0" u="none" strike="noStrike" kern="0" cap="none" spc="0" normalizeH="0" baseline="0" noProof="0" dirty="0" err="1">
                <a:ln>
                  <a:noFill/>
                </a:ln>
                <a:solidFill>
                  <a:srgbClr val="FFFFFF"/>
                </a:solidFill>
                <a:effectLst/>
                <a:uLnTx/>
                <a:uFillTx/>
                <a:latin typeface="Lato"/>
                <a:ea typeface="Lato"/>
                <a:cs typeface="Lato"/>
                <a:sym typeface="Lato"/>
              </a:rPr>
              <a:t>Breakout</a:t>
            </a:r>
            <a:r>
              <a:rPr kumimoji="0" lang="de-DE" sz="3000" b="0" i="0" u="none" strike="noStrike" kern="0" cap="none" spc="0" normalizeH="0" baseline="0" noProof="0" dirty="0">
                <a:ln>
                  <a:noFill/>
                </a:ln>
                <a:solidFill>
                  <a:srgbClr val="FFFFFF"/>
                </a:solidFill>
                <a:effectLst/>
                <a:uLnTx/>
                <a:uFillTx/>
                <a:latin typeface="Lato"/>
                <a:ea typeface="Lato"/>
                <a:cs typeface="Lato"/>
                <a:sym typeface="Lato"/>
              </a:rPr>
              <a:t> </a:t>
            </a:r>
          </a:p>
          <a:p>
            <a:pPr marL="685800" indent="-533400">
              <a:buClr>
                <a:srgbClr val="FFFFFF"/>
              </a:buClr>
              <a:buSzPts val="3000"/>
              <a:buFont typeface="Lato"/>
              <a:buChar char="●"/>
              <a:defRPr/>
            </a:pPr>
            <a:r>
              <a:rPr lang="de-DE" sz="3000" dirty="0">
                <a:solidFill>
                  <a:srgbClr val="FFFFFF"/>
                </a:solidFill>
                <a:latin typeface="Lato"/>
                <a:ea typeface="Lato"/>
                <a:cs typeface="Lato"/>
                <a:sym typeface="Lato"/>
              </a:rPr>
              <a:t>RVOL of 3</a:t>
            </a:r>
          </a:p>
          <a:p>
            <a:pPr marL="685800" indent="-533400">
              <a:buClr>
                <a:srgbClr val="FFFFFF"/>
              </a:buClr>
              <a:buSzPts val="3000"/>
              <a:buFont typeface="Lato"/>
              <a:buChar char="●"/>
              <a:defRPr/>
            </a:pPr>
            <a:r>
              <a:rPr lang="de-DE" sz="3000" dirty="0">
                <a:solidFill>
                  <a:srgbClr val="FFFFFF"/>
                </a:solidFill>
                <a:latin typeface="Lato"/>
                <a:ea typeface="Lato"/>
                <a:cs typeface="Lato"/>
                <a:sym typeface="Lato"/>
              </a:rPr>
              <a:t>Sell </a:t>
            </a:r>
            <a:r>
              <a:rPr lang="de-DE" sz="3000" dirty="0" err="1">
                <a:solidFill>
                  <a:srgbClr val="FFFFFF"/>
                </a:solidFill>
                <a:latin typeface="Lato"/>
                <a:ea typeface="Lato"/>
                <a:cs typeface="Lato"/>
                <a:sym typeface="Lato"/>
              </a:rPr>
              <a:t>from</a:t>
            </a:r>
            <a:r>
              <a:rPr lang="de-DE" sz="3000" dirty="0">
                <a:solidFill>
                  <a:srgbClr val="FFFFFF"/>
                </a:solidFill>
                <a:latin typeface="Lato"/>
                <a:ea typeface="Lato"/>
                <a:cs typeface="Lato"/>
                <a:sym typeface="Lato"/>
              </a:rPr>
              <a:t> the open </a:t>
            </a:r>
            <a:r>
              <a:rPr lang="de-DE" sz="3000" dirty="0" err="1">
                <a:solidFill>
                  <a:srgbClr val="FFFFFF"/>
                </a:solidFill>
                <a:latin typeface="Lato"/>
                <a:ea typeface="Lato"/>
                <a:cs typeface="Lato"/>
                <a:sym typeface="Lato"/>
              </a:rPr>
              <a:t>building</a:t>
            </a:r>
            <a:r>
              <a:rPr lang="de-DE" sz="3000" dirty="0">
                <a:solidFill>
                  <a:srgbClr val="FFFFFF"/>
                </a:solidFill>
                <a:latin typeface="Lato"/>
                <a:ea typeface="Lato"/>
                <a:cs typeface="Lato"/>
                <a:sym typeface="Lato"/>
              </a:rPr>
              <a:t> a </a:t>
            </a:r>
            <a:r>
              <a:rPr lang="de-DE" sz="3000" dirty="0" err="1">
                <a:solidFill>
                  <a:srgbClr val="FFFFFF"/>
                </a:solidFill>
                <a:latin typeface="Lato"/>
                <a:ea typeface="Lato"/>
                <a:cs typeface="Lato"/>
                <a:sym typeface="Lato"/>
              </a:rPr>
              <a:t>range</a:t>
            </a:r>
            <a:r>
              <a:rPr lang="de-DE" sz="3000" dirty="0">
                <a:solidFill>
                  <a:srgbClr val="FFFFFF"/>
                </a:solidFill>
                <a:latin typeface="Lato"/>
                <a:ea typeface="Lato"/>
                <a:cs typeface="Lato"/>
                <a:sym typeface="Lato"/>
              </a:rPr>
              <a:t> </a:t>
            </a:r>
            <a:r>
              <a:rPr lang="de-DE" sz="3000" dirty="0" err="1">
                <a:solidFill>
                  <a:srgbClr val="FFFFFF"/>
                </a:solidFill>
                <a:latin typeface="Lato"/>
                <a:ea typeface="Lato"/>
                <a:cs typeface="Lato"/>
                <a:sym typeface="Lato"/>
              </a:rPr>
              <a:t>then</a:t>
            </a:r>
            <a:r>
              <a:rPr lang="de-DE" sz="3000" dirty="0">
                <a:solidFill>
                  <a:srgbClr val="FFFFFF"/>
                </a:solidFill>
                <a:latin typeface="Lato"/>
                <a:ea typeface="Lato"/>
                <a:cs typeface="Lato"/>
                <a:sym typeface="Lato"/>
              </a:rPr>
              <a:t> </a:t>
            </a:r>
            <a:r>
              <a:rPr lang="de-DE" sz="3000" dirty="0" err="1">
                <a:solidFill>
                  <a:srgbClr val="FFFFFF"/>
                </a:solidFill>
                <a:latin typeface="Lato"/>
                <a:ea typeface="Lato"/>
                <a:cs typeface="Lato"/>
                <a:sym typeface="Lato"/>
              </a:rPr>
              <a:t>Breakout</a:t>
            </a:r>
            <a:r>
              <a:rPr lang="de-DE" sz="3000" dirty="0">
                <a:solidFill>
                  <a:srgbClr val="FFFFFF"/>
                </a:solidFill>
                <a:latin typeface="Lato"/>
                <a:ea typeface="Lato"/>
                <a:cs typeface="Lato"/>
                <a:sym typeface="Lato"/>
              </a:rPr>
              <a:t> out of Range </a:t>
            </a:r>
          </a:p>
          <a:p>
            <a:pPr marL="685800" indent="-533400">
              <a:buClr>
                <a:srgbClr val="FFFFFF"/>
              </a:buClr>
              <a:buSzPts val="3000"/>
              <a:buFont typeface="Lato"/>
              <a:buChar char="●"/>
              <a:defRPr/>
            </a:pPr>
            <a:r>
              <a:rPr kumimoji="0" lang="de-DE" sz="3000" b="0" i="0" u="none" strike="noStrike" kern="0" cap="none" spc="0" normalizeH="0" baseline="0" noProof="0" dirty="0">
                <a:ln>
                  <a:noFill/>
                </a:ln>
                <a:solidFill>
                  <a:srgbClr val="FFFFFF"/>
                </a:solidFill>
                <a:effectLst/>
                <a:uLnTx/>
                <a:uFillTx/>
                <a:latin typeface="Lato"/>
                <a:ea typeface="Lato"/>
                <a:cs typeface="Lato"/>
                <a:sym typeface="Lato"/>
              </a:rPr>
              <a:t>Support Level</a:t>
            </a:r>
          </a:p>
          <a:p>
            <a:pPr marL="685800" indent="-533400">
              <a:buClr>
                <a:srgbClr val="FFFFFF"/>
              </a:buClr>
              <a:buSzPts val="3000"/>
              <a:buFont typeface="Lato"/>
              <a:buChar char="●"/>
              <a:defRPr/>
            </a:pPr>
            <a:r>
              <a:rPr lang="de-DE" sz="3000" dirty="0">
                <a:solidFill>
                  <a:srgbClr val="FFFFFF"/>
                </a:solidFill>
                <a:latin typeface="Lato"/>
                <a:ea typeface="Lato"/>
                <a:cs typeface="Lato"/>
                <a:sym typeface="Lato"/>
              </a:rPr>
              <a:t>News in </a:t>
            </a:r>
            <a:r>
              <a:rPr lang="de-DE" sz="3000" dirty="0" err="1">
                <a:solidFill>
                  <a:srgbClr val="FFFFFF"/>
                </a:solidFill>
                <a:latin typeface="Lato"/>
                <a:ea typeface="Lato"/>
                <a:cs typeface="Lato"/>
                <a:sym typeface="Lato"/>
              </a:rPr>
              <a:t>favor</a:t>
            </a:r>
            <a:r>
              <a:rPr lang="de-DE" sz="3000" dirty="0">
                <a:solidFill>
                  <a:srgbClr val="FFFFFF"/>
                </a:solidFill>
                <a:latin typeface="Lato"/>
                <a:ea typeface="Lato"/>
                <a:cs typeface="Lato"/>
                <a:sym typeface="Lato"/>
              </a:rPr>
              <a:t> of </a:t>
            </a:r>
            <a:r>
              <a:rPr lang="de-DE" sz="3000" dirty="0" err="1">
                <a:solidFill>
                  <a:srgbClr val="FFFFFF"/>
                </a:solidFill>
                <a:latin typeface="Lato"/>
                <a:ea typeface="Lato"/>
                <a:cs typeface="Lato"/>
                <a:sym typeface="Lato"/>
              </a:rPr>
              <a:t>this</a:t>
            </a:r>
            <a:r>
              <a:rPr lang="de-DE" sz="3000" dirty="0">
                <a:solidFill>
                  <a:srgbClr val="FFFFFF"/>
                </a:solidFill>
                <a:latin typeface="Lato"/>
                <a:ea typeface="Lato"/>
                <a:cs typeface="Lato"/>
                <a:sym typeface="Lato"/>
              </a:rPr>
              <a:t> trade </a:t>
            </a:r>
            <a:endParaRPr kumimoji="0" lang="de-DE" sz="3000" b="0" i="0" u="none" strike="noStrike" kern="0" cap="none" spc="0" normalizeH="0" baseline="0" noProof="0" dirty="0">
              <a:ln>
                <a:noFill/>
              </a:ln>
              <a:solidFill>
                <a:srgbClr val="FFFFFF"/>
              </a:solidFill>
              <a:effectLst/>
              <a:uLnTx/>
              <a:uFillTx/>
              <a:latin typeface="Lato"/>
              <a:ea typeface="Lato"/>
              <a:cs typeface="Lato"/>
              <a:sym typeface="Lato"/>
            </a:endParaRPr>
          </a:p>
        </p:txBody>
      </p:sp>
      <p:sp>
        <p:nvSpPr>
          <p:cNvPr id="267" name="Google Shape;267;g24a03e67d01_0_132"/>
          <p:cNvSpPr txBox="1"/>
          <p:nvPr/>
        </p:nvSpPr>
        <p:spPr>
          <a:xfrm>
            <a:off x="9953225" y="1041150"/>
            <a:ext cx="7255200" cy="7912500"/>
          </a:xfrm>
          <a:prstGeom prst="rect">
            <a:avLst/>
          </a:prstGeom>
          <a:noFill/>
          <a:ln>
            <a:noFill/>
          </a:ln>
        </p:spPr>
        <p:txBody>
          <a:bodyPr spcFirstLastPara="1" wrap="square" lIns="137150" tIns="68550" rIns="137150" bIns="68550" anchor="ctr" anchorCtr="0">
            <a:noAutofit/>
          </a:bodyPr>
          <a:lstStyle/>
          <a:p>
            <a:pPr marL="0" marR="0" lvl="0" indent="0" algn="l" rtl="0">
              <a:lnSpc>
                <a:spcPct val="100000"/>
              </a:lnSpc>
              <a:spcBef>
                <a:spcPts val="0"/>
              </a:spcBef>
              <a:spcAft>
                <a:spcPts val="0"/>
              </a:spcAft>
              <a:buNone/>
            </a:pPr>
            <a:r>
              <a:rPr lang="de-DE" sz="3000" dirty="0" err="1">
                <a:solidFill>
                  <a:schemeClr val="dk1"/>
                </a:solidFill>
                <a:latin typeface="Lato"/>
                <a:ea typeface="Lato"/>
                <a:cs typeface="Lato"/>
                <a:sym typeface="Lato"/>
              </a:rPr>
              <a:t>What</a:t>
            </a:r>
            <a:r>
              <a:rPr lang="de-DE" sz="3000" dirty="0">
                <a:solidFill>
                  <a:schemeClr val="dk1"/>
                </a:solidFill>
                <a:latin typeface="Lato"/>
                <a:ea typeface="Lato"/>
                <a:cs typeface="Lato"/>
                <a:sym typeface="Lato"/>
              </a:rPr>
              <a:t> I DID WELL </a:t>
            </a:r>
          </a:p>
          <a:p>
            <a:pPr marL="457200" marR="0" lvl="0" indent="-457200" algn="l" rtl="0">
              <a:lnSpc>
                <a:spcPct val="100000"/>
              </a:lnSpc>
              <a:spcBef>
                <a:spcPts val="0"/>
              </a:spcBef>
              <a:spcAft>
                <a:spcPts val="0"/>
              </a:spcAft>
              <a:buFont typeface="Arial" panose="020B0604020202020204" pitchFamily="34" charset="0"/>
              <a:buChar char="•"/>
            </a:pPr>
            <a:r>
              <a:rPr lang="de-DE" sz="2800" dirty="0" err="1">
                <a:solidFill>
                  <a:schemeClr val="dk1"/>
                </a:solidFill>
                <a:latin typeface="Lato"/>
                <a:ea typeface="Lato"/>
                <a:cs typeface="Lato"/>
                <a:sym typeface="Lato"/>
              </a:rPr>
              <a:t>Good</a:t>
            </a:r>
            <a:r>
              <a:rPr lang="de-DE" sz="2800" dirty="0">
                <a:solidFill>
                  <a:schemeClr val="dk1"/>
                </a:solidFill>
                <a:latin typeface="Lato"/>
                <a:ea typeface="Lato"/>
                <a:cs typeface="Lato"/>
                <a:sym typeface="Lato"/>
              </a:rPr>
              <a:t> stock </a:t>
            </a:r>
            <a:r>
              <a:rPr lang="de-DE" sz="2800" dirty="0" err="1">
                <a:solidFill>
                  <a:schemeClr val="dk1"/>
                </a:solidFill>
                <a:latin typeface="Lato"/>
                <a:ea typeface="Lato"/>
                <a:cs typeface="Lato"/>
                <a:sym typeface="Lato"/>
              </a:rPr>
              <a:t>selection</a:t>
            </a:r>
            <a:endParaRPr lang="de-DE" sz="2800" dirty="0">
              <a:solidFill>
                <a:schemeClr val="dk1"/>
              </a:solidFill>
              <a:latin typeface="Lato"/>
              <a:ea typeface="Lato"/>
              <a:cs typeface="Lato"/>
              <a:sym typeface="Lato"/>
            </a:endParaRPr>
          </a:p>
          <a:p>
            <a:pPr marL="457200" marR="0" lvl="0" indent="-457200" algn="l" rtl="0">
              <a:lnSpc>
                <a:spcPct val="100000"/>
              </a:lnSpc>
              <a:spcBef>
                <a:spcPts val="0"/>
              </a:spcBef>
              <a:spcAft>
                <a:spcPts val="0"/>
              </a:spcAft>
              <a:buFont typeface="Arial" panose="020B0604020202020204" pitchFamily="34" charset="0"/>
              <a:buChar char="•"/>
            </a:pPr>
            <a:r>
              <a:rPr lang="de-DE" sz="2800" dirty="0">
                <a:solidFill>
                  <a:schemeClr val="dk1"/>
                </a:solidFill>
                <a:latin typeface="Lato"/>
                <a:ea typeface="Lato"/>
                <a:cs typeface="Lato"/>
                <a:sym typeface="Lato"/>
              </a:rPr>
              <a:t>1 Entry 1 Exit</a:t>
            </a:r>
          </a:p>
          <a:p>
            <a:pPr marL="457200" marR="0" lvl="0" indent="-457200" algn="l" rtl="0">
              <a:lnSpc>
                <a:spcPct val="100000"/>
              </a:lnSpc>
              <a:spcBef>
                <a:spcPts val="0"/>
              </a:spcBef>
              <a:spcAft>
                <a:spcPts val="0"/>
              </a:spcAft>
              <a:buFont typeface="Arial" panose="020B0604020202020204" pitchFamily="34" charset="0"/>
              <a:buChar char="•"/>
            </a:pPr>
            <a:r>
              <a:rPr lang="de-DE" sz="2800" dirty="0">
                <a:solidFill>
                  <a:schemeClr val="dk1"/>
                </a:solidFill>
                <a:latin typeface="Lato"/>
                <a:ea typeface="Lato"/>
                <a:cs typeface="Lato"/>
                <a:sym typeface="Lato"/>
              </a:rPr>
              <a:t>Clean </a:t>
            </a:r>
            <a:r>
              <a:rPr lang="de-DE" sz="2800" dirty="0" err="1">
                <a:solidFill>
                  <a:schemeClr val="dk1"/>
                </a:solidFill>
                <a:latin typeface="Lato"/>
                <a:ea typeface="Lato"/>
                <a:cs typeface="Lato"/>
                <a:sym typeface="Lato"/>
              </a:rPr>
              <a:t>execution</a:t>
            </a:r>
            <a:endParaRPr lang="de-DE" sz="2800" dirty="0">
              <a:solidFill>
                <a:schemeClr val="dk1"/>
              </a:solidFill>
              <a:latin typeface="Lato"/>
              <a:ea typeface="Lato"/>
              <a:cs typeface="Lato"/>
              <a:sym typeface="Lato"/>
            </a:endParaRPr>
          </a:p>
          <a:p>
            <a:pPr marL="457200" marR="0" lvl="0" indent="-457200" algn="l" rtl="0">
              <a:lnSpc>
                <a:spcPct val="100000"/>
              </a:lnSpc>
              <a:spcBef>
                <a:spcPts val="0"/>
              </a:spcBef>
              <a:spcAft>
                <a:spcPts val="0"/>
              </a:spcAft>
              <a:buFont typeface="Arial" panose="020B0604020202020204" pitchFamily="34" charset="0"/>
              <a:buChar char="•"/>
            </a:pPr>
            <a:r>
              <a:rPr lang="de-DE" sz="2800" dirty="0" err="1">
                <a:solidFill>
                  <a:schemeClr val="dk1"/>
                </a:solidFill>
                <a:latin typeface="Lato"/>
                <a:ea typeface="Lato"/>
                <a:cs typeface="Lato"/>
                <a:sym typeface="Lato"/>
              </a:rPr>
              <a:t>No</a:t>
            </a:r>
            <a:r>
              <a:rPr lang="de-DE" sz="2800" dirty="0">
                <a:solidFill>
                  <a:schemeClr val="dk1"/>
                </a:solidFill>
                <a:latin typeface="Lato"/>
                <a:ea typeface="Lato"/>
                <a:cs typeface="Lato"/>
                <a:sym typeface="Lato"/>
              </a:rPr>
              <a:t> </a:t>
            </a:r>
            <a:r>
              <a:rPr lang="de-DE" sz="2800" dirty="0" err="1">
                <a:solidFill>
                  <a:schemeClr val="dk1"/>
                </a:solidFill>
                <a:latin typeface="Lato"/>
                <a:ea typeface="Lato"/>
                <a:cs typeface="Lato"/>
                <a:sym typeface="Lato"/>
              </a:rPr>
              <a:t>random</a:t>
            </a:r>
            <a:r>
              <a:rPr lang="de-DE" sz="2800" dirty="0">
                <a:solidFill>
                  <a:schemeClr val="dk1"/>
                </a:solidFill>
                <a:latin typeface="Lato"/>
                <a:ea typeface="Lato"/>
                <a:cs typeface="Lato"/>
                <a:sym typeface="Lato"/>
              </a:rPr>
              <a:t> stop </a:t>
            </a:r>
            <a:r>
              <a:rPr lang="de-DE" sz="2800" dirty="0" err="1">
                <a:solidFill>
                  <a:schemeClr val="dk1"/>
                </a:solidFill>
                <a:latin typeface="Lato"/>
                <a:ea typeface="Lato"/>
                <a:cs typeface="Lato"/>
                <a:sym typeface="Lato"/>
              </a:rPr>
              <a:t>movement</a:t>
            </a:r>
            <a:endParaRPr lang="de-DE" sz="2800" dirty="0">
              <a:solidFill>
                <a:schemeClr val="dk1"/>
              </a:solidFill>
              <a:latin typeface="Lato"/>
              <a:ea typeface="Lato"/>
              <a:cs typeface="Lato"/>
              <a:sym typeface="Lato"/>
            </a:endParaRPr>
          </a:p>
          <a:p>
            <a:pPr marR="0" lvl="0" algn="l" rtl="0">
              <a:lnSpc>
                <a:spcPct val="100000"/>
              </a:lnSpc>
              <a:spcBef>
                <a:spcPts val="0"/>
              </a:spcBef>
              <a:spcAft>
                <a:spcPts val="0"/>
              </a:spcAft>
            </a:pPr>
            <a:endParaRPr lang="de-DE" sz="3000" dirty="0">
              <a:solidFill>
                <a:schemeClr val="dk1"/>
              </a:solidFill>
              <a:latin typeface="Lato"/>
              <a:ea typeface="Lato"/>
              <a:cs typeface="Lato"/>
              <a:sym typeface="Lato"/>
            </a:endParaRPr>
          </a:p>
          <a:p>
            <a:pPr marR="0" lvl="0" algn="l" rtl="0">
              <a:lnSpc>
                <a:spcPct val="100000"/>
              </a:lnSpc>
              <a:spcBef>
                <a:spcPts val="0"/>
              </a:spcBef>
              <a:spcAft>
                <a:spcPts val="0"/>
              </a:spcAft>
            </a:pPr>
            <a:r>
              <a:rPr lang="de-DE" sz="3000" dirty="0" err="1">
                <a:solidFill>
                  <a:schemeClr val="dk1"/>
                </a:solidFill>
                <a:latin typeface="Lato"/>
                <a:ea typeface="Lato"/>
                <a:cs typeface="Lato"/>
                <a:sym typeface="Lato"/>
              </a:rPr>
              <a:t>What</a:t>
            </a:r>
            <a:r>
              <a:rPr lang="de-DE" sz="3000" dirty="0">
                <a:solidFill>
                  <a:schemeClr val="dk1"/>
                </a:solidFill>
                <a:latin typeface="Lato"/>
                <a:ea typeface="Lato"/>
                <a:cs typeface="Lato"/>
                <a:sym typeface="Lato"/>
              </a:rPr>
              <a:t> I </a:t>
            </a:r>
            <a:r>
              <a:rPr lang="de-DE" sz="3000" dirty="0" err="1">
                <a:solidFill>
                  <a:schemeClr val="dk1"/>
                </a:solidFill>
                <a:latin typeface="Lato"/>
                <a:ea typeface="Lato"/>
                <a:cs typeface="Lato"/>
                <a:sym typeface="Lato"/>
              </a:rPr>
              <a:t>Could</a:t>
            </a:r>
            <a:r>
              <a:rPr lang="de-DE" sz="3000" dirty="0">
                <a:solidFill>
                  <a:schemeClr val="dk1"/>
                </a:solidFill>
                <a:latin typeface="Lato"/>
                <a:ea typeface="Lato"/>
                <a:cs typeface="Lato"/>
                <a:sym typeface="Lato"/>
              </a:rPr>
              <a:t> IMPROVE</a:t>
            </a:r>
          </a:p>
          <a:p>
            <a:pPr marL="457200" marR="0" lvl="0" indent="-457200" algn="l" rtl="0">
              <a:lnSpc>
                <a:spcPct val="100000"/>
              </a:lnSpc>
              <a:spcBef>
                <a:spcPts val="0"/>
              </a:spcBef>
              <a:spcAft>
                <a:spcPts val="0"/>
              </a:spcAft>
              <a:buFont typeface="Arial" panose="020B0604020202020204" pitchFamily="34" charset="0"/>
              <a:buChar char="•"/>
            </a:pPr>
            <a:r>
              <a:rPr lang="de-DE" sz="3000" dirty="0">
                <a:solidFill>
                  <a:schemeClr val="dk1"/>
                </a:solidFill>
                <a:latin typeface="Lato"/>
                <a:ea typeface="Lato"/>
                <a:cs typeface="Lato"/>
                <a:sym typeface="Lato"/>
              </a:rPr>
              <a:t>The last partial of the </a:t>
            </a:r>
            <a:r>
              <a:rPr lang="de-DE" sz="3000" dirty="0" err="1">
                <a:solidFill>
                  <a:schemeClr val="dk1"/>
                </a:solidFill>
                <a:latin typeface="Lato"/>
                <a:ea typeface="Lato"/>
                <a:cs typeface="Lato"/>
                <a:sym typeface="Lato"/>
              </a:rPr>
              <a:t>exit</a:t>
            </a:r>
            <a:r>
              <a:rPr lang="de-DE" sz="3000" dirty="0">
                <a:solidFill>
                  <a:schemeClr val="dk1"/>
                </a:solidFill>
                <a:latin typeface="Lato"/>
                <a:ea typeface="Lato"/>
                <a:cs typeface="Lato"/>
                <a:sym typeface="Lato"/>
              </a:rPr>
              <a:t> was </a:t>
            </a:r>
            <a:r>
              <a:rPr lang="de-DE" sz="3000" dirty="0" err="1">
                <a:solidFill>
                  <a:schemeClr val="dk1"/>
                </a:solidFill>
                <a:latin typeface="Lato"/>
                <a:ea typeface="Lato"/>
                <a:cs typeface="Lato"/>
                <a:sym typeface="Lato"/>
              </a:rPr>
              <a:t>late</a:t>
            </a:r>
            <a:r>
              <a:rPr lang="de-DE" sz="3000" dirty="0">
                <a:solidFill>
                  <a:schemeClr val="dk1"/>
                </a:solidFill>
                <a:latin typeface="Lato"/>
                <a:ea typeface="Lato"/>
                <a:cs typeface="Lato"/>
                <a:sym typeface="Lato"/>
              </a:rPr>
              <a:t> </a:t>
            </a:r>
          </a:p>
          <a:p>
            <a:pPr marR="0" lvl="0" algn="l" rtl="0">
              <a:lnSpc>
                <a:spcPct val="100000"/>
              </a:lnSpc>
              <a:spcBef>
                <a:spcPts val="0"/>
              </a:spcBef>
              <a:spcAft>
                <a:spcPts val="0"/>
              </a:spcAft>
            </a:pPr>
            <a:endParaRPr lang="de-DE" sz="3000" dirty="0">
              <a:solidFill>
                <a:schemeClr val="dk1"/>
              </a:solidFill>
              <a:latin typeface="Lato"/>
              <a:ea typeface="Lato"/>
              <a:cs typeface="Lato"/>
              <a:sym typeface="Lato"/>
            </a:endParaRPr>
          </a:p>
          <a:p>
            <a:pPr marL="457200" marR="0" lvl="0" indent="-457200" algn="l" rtl="0">
              <a:lnSpc>
                <a:spcPct val="100000"/>
              </a:lnSpc>
              <a:spcBef>
                <a:spcPts val="0"/>
              </a:spcBef>
              <a:spcAft>
                <a:spcPts val="0"/>
              </a:spcAft>
              <a:buFont typeface="Arial" panose="020B0604020202020204" pitchFamily="34" charset="0"/>
              <a:buChar char="•"/>
            </a:pPr>
            <a:endParaRPr lang="de-DE" sz="3000" dirty="0">
              <a:solidFill>
                <a:schemeClr val="dk1"/>
              </a:solidFill>
              <a:latin typeface="Lato"/>
              <a:ea typeface="Lato"/>
              <a:cs typeface="Lato"/>
              <a:sym typeface="Lato"/>
            </a:endParaRPr>
          </a:p>
        </p:txBody>
      </p:sp>
      <p:pic>
        <p:nvPicPr>
          <p:cNvPr id="2" name="Google Shape;145;p3">
            <a:extLst>
              <a:ext uri="{FF2B5EF4-FFF2-40B4-BE49-F238E27FC236}">
                <a16:creationId xmlns:a16="http://schemas.microsoft.com/office/drawing/2014/main" id="{B9CF9186-8670-CEDB-E72F-541DC024B6BE}"/>
              </a:ext>
            </a:extLst>
          </p:cNvPr>
          <p:cNvPicPr preferRelativeResize="0"/>
          <p:nvPr/>
        </p:nvPicPr>
        <p:blipFill>
          <a:blip r:embed="rId4">
            <a:alphaModFix/>
          </a:blip>
          <a:stretch>
            <a:fillRect/>
          </a:stretch>
        </p:blipFill>
        <p:spPr>
          <a:xfrm>
            <a:off x="0" y="0"/>
            <a:ext cx="3371850" cy="866775"/>
          </a:xfrm>
          <a:prstGeom prst="rect">
            <a:avLst/>
          </a:prstGeom>
          <a:noFill/>
          <a:ln>
            <a:noFill/>
          </a:ln>
        </p:spPr>
      </p:pic>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Playbook SNDK Gap Give and Go 14.8.2026</Template>
  <TotalTime>0</TotalTime>
  <Words>1065</Words>
  <Application>Microsoft Office PowerPoint</Application>
  <PresentationFormat>Benutzerdefiniert</PresentationFormat>
  <Paragraphs>85</Paragraphs>
  <Slides>13</Slides>
  <Notes>13</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13</vt:i4>
      </vt:variant>
    </vt:vector>
  </HeadingPairs>
  <TitlesOfParts>
    <vt:vector size="19" baseType="lpstr">
      <vt:lpstr>Arial</vt:lpstr>
      <vt:lpstr>Raleway Thin</vt:lpstr>
      <vt:lpstr>Lato</vt:lpstr>
      <vt:lpstr>Lato Black</vt:lpstr>
      <vt:lpstr>Calibri</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Ivan Bandur</dc:creator>
  <cp:lastModifiedBy>Ivan Bandur</cp:lastModifiedBy>
  <cp:revision>1</cp:revision>
  <dcterms:created xsi:type="dcterms:W3CDTF">2026-08-21T20:03:54Z</dcterms:created>
  <dcterms:modified xsi:type="dcterms:W3CDTF">2026-08-21T20:43:26Z</dcterms:modified>
</cp:coreProperties>
</file>