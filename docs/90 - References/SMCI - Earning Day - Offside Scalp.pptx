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comment2.xml" ContentType="application/vnd.openxmlformats-officedocument.presentationml.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comment3.xml" ContentType="application/vnd.openxmlformats-officedocument.presentationml.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5"/>
  </p:notesMasterIdLst>
  <p:sldIdLst>
    <p:sldId id="258" r:id="rId2"/>
    <p:sldId id="261" r:id="rId3"/>
    <p:sldId id="273" r:id="rId4"/>
    <p:sldId id="274" r:id="rId5"/>
    <p:sldId id="275" r:id="rId6"/>
    <p:sldId id="263" r:id="rId7"/>
    <p:sldId id="264" r:id="rId8"/>
    <p:sldId id="265" r:id="rId9"/>
    <p:sldId id="266" r:id="rId10"/>
    <p:sldId id="267" r:id="rId11"/>
    <p:sldId id="272" r:id="rId12"/>
    <p:sldId id="269" r:id="rId13"/>
    <p:sldId id="270" r:id="rId14"/>
  </p:sldIdLst>
  <p:sldSz cx="18288000" cy="10287000"/>
  <p:notesSz cx="6858000" cy="9144000"/>
  <p:embeddedFontLst>
    <p:embeddedFont>
      <p:font typeface="Lato" panose="020F0502020204030203" pitchFamily="34" charset="0"/>
      <p:regular r:id="rId16"/>
      <p:bold r:id="rId17"/>
      <p:italic r:id="rId18"/>
      <p:boldItalic r:id="rId19"/>
    </p:embeddedFont>
    <p:embeddedFont>
      <p:font typeface="Lato Black" panose="020F0A02020204030203" pitchFamily="34" charset="0"/>
      <p:bold r:id="rId20"/>
      <p:boldItalic r:id="rId21"/>
    </p:embeddedFont>
    <p:embeddedFont>
      <p:font typeface="Proxima Nova" panose="020B0604020202020204" charset="0"/>
      <p:regular r:id="rId22"/>
      <p:bold r:id="rId23"/>
      <p:italic r:id="rId24"/>
      <p:boldItalic r:id="rId25"/>
    </p:embeddedFont>
    <p:embeddedFont>
      <p:font typeface="Raleway Thin" pitchFamily="2" charset="0"/>
      <p:regular r:id="rId26"/>
      <p: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3" roundtripDataSignature="AMtx7mh9zGfEY7u44dxbs+7KVVb1/OAr+A=="/>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Kurt Von" initials="" lastIdx="6"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5EA276F-283F-4CCB-9D43-341742746831}">
  <a:tblStyle styleId="{05EA276F-283F-4CCB-9D43-34174274683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2" d="100"/>
          <a:sy n="102" d="100"/>
        </p:scale>
        <p:origin x="282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9"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font" Target="fonts/font6.fntdata"/><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customschemas.google.com/relationships/presentationmetadata" Target="meta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5"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mar Ghias" userId="e69a283619af0b47" providerId="LiveId" clId="{5FAB96A9-4240-4121-A5C7-DAE2025EE42C}"/>
    <pc:docChg chg="undo custSel delSld modSld">
      <pc:chgData name="Omar Ghias" userId="e69a283619af0b47" providerId="LiveId" clId="{5FAB96A9-4240-4121-A5C7-DAE2025EE42C}" dt="2026-08-13T16:46:13.771" v="31" actId="47"/>
      <pc:docMkLst>
        <pc:docMk/>
      </pc:docMkLst>
      <pc:sldChg chg="del">
        <pc:chgData name="Omar Ghias" userId="e69a283619af0b47" providerId="LiveId" clId="{5FAB96A9-4240-4121-A5C7-DAE2025EE42C}" dt="2026-08-13T13:23:22.437" v="0" actId="47"/>
        <pc:sldMkLst>
          <pc:docMk/>
          <pc:sldMk cId="0" sldId="256"/>
        </pc:sldMkLst>
      </pc:sldChg>
      <pc:sldChg chg="del">
        <pc:chgData name="Omar Ghias" userId="e69a283619af0b47" providerId="LiveId" clId="{5FAB96A9-4240-4121-A5C7-DAE2025EE42C}" dt="2026-08-13T13:23:23.299" v="1" actId="47"/>
        <pc:sldMkLst>
          <pc:docMk/>
          <pc:sldMk cId="0" sldId="257"/>
        </pc:sldMkLst>
      </pc:sldChg>
      <pc:sldChg chg="del">
        <pc:chgData name="Omar Ghias" userId="e69a283619af0b47" providerId="LiveId" clId="{5FAB96A9-4240-4121-A5C7-DAE2025EE42C}" dt="2026-08-13T13:23:24.917" v="2" actId="47"/>
        <pc:sldMkLst>
          <pc:docMk/>
          <pc:sldMk cId="0" sldId="259"/>
        </pc:sldMkLst>
      </pc:sldChg>
      <pc:sldChg chg="del">
        <pc:chgData name="Omar Ghias" userId="e69a283619af0b47" providerId="LiveId" clId="{5FAB96A9-4240-4121-A5C7-DAE2025EE42C}" dt="2026-08-13T13:23:27.259" v="3" actId="47"/>
        <pc:sldMkLst>
          <pc:docMk/>
          <pc:sldMk cId="0" sldId="260"/>
        </pc:sldMkLst>
      </pc:sldChg>
      <pc:sldChg chg="modSp mod">
        <pc:chgData name="Omar Ghias" userId="e69a283619af0b47" providerId="LiveId" clId="{5FAB96A9-4240-4121-A5C7-DAE2025EE42C}" dt="2026-08-13T13:23:51.488" v="8" actId="20577"/>
        <pc:sldMkLst>
          <pc:docMk/>
          <pc:sldMk cId="0" sldId="261"/>
        </pc:sldMkLst>
        <pc:spChg chg="mod">
          <ac:chgData name="Omar Ghias" userId="e69a283619af0b47" providerId="LiveId" clId="{5FAB96A9-4240-4121-A5C7-DAE2025EE42C}" dt="2026-08-13T13:23:51.488" v="8" actId="20577"/>
          <ac:spMkLst>
            <pc:docMk/>
            <pc:sldMk cId="0" sldId="261"/>
            <ac:spMk id="158" creationId="{00000000-0000-0000-0000-000000000000}"/>
          </ac:spMkLst>
        </pc:spChg>
      </pc:sldChg>
      <pc:sldChg chg="del">
        <pc:chgData name="Omar Ghias" userId="e69a283619af0b47" providerId="LiveId" clId="{5FAB96A9-4240-4121-A5C7-DAE2025EE42C}" dt="2026-08-13T13:25:10.347" v="24" actId="47"/>
        <pc:sldMkLst>
          <pc:docMk/>
          <pc:sldMk cId="0" sldId="262"/>
        </pc:sldMkLst>
      </pc:sldChg>
      <pc:sldChg chg="modSp mod">
        <pc:chgData name="Omar Ghias" userId="e69a283619af0b47" providerId="LiveId" clId="{5FAB96A9-4240-4121-A5C7-DAE2025EE42C}" dt="2026-08-13T13:25:24.229" v="25" actId="255"/>
        <pc:sldMkLst>
          <pc:docMk/>
          <pc:sldMk cId="0" sldId="263"/>
        </pc:sldMkLst>
        <pc:spChg chg="mod">
          <ac:chgData name="Omar Ghias" userId="e69a283619af0b47" providerId="LiveId" clId="{5FAB96A9-4240-4121-A5C7-DAE2025EE42C}" dt="2026-08-13T13:25:24.229" v="25" actId="255"/>
          <ac:spMkLst>
            <pc:docMk/>
            <pc:sldMk cId="0" sldId="263"/>
            <ac:spMk id="173" creationId="{00000000-0000-0000-0000-000000000000}"/>
          </ac:spMkLst>
        </pc:spChg>
      </pc:sldChg>
      <pc:sldChg chg="del">
        <pc:chgData name="Omar Ghias" userId="e69a283619af0b47" providerId="LiveId" clId="{5FAB96A9-4240-4121-A5C7-DAE2025EE42C}" dt="2026-08-13T16:46:13.771" v="31" actId="47"/>
        <pc:sldMkLst>
          <pc:docMk/>
          <pc:sldMk cId="0" sldId="268"/>
        </pc:sldMkLst>
      </pc:sldChg>
      <pc:sldChg chg="delSp modSp mod">
        <pc:chgData name="Omar Ghias" userId="e69a283619af0b47" providerId="LiveId" clId="{5FAB96A9-4240-4121-A5C7-DAE2025EE42C}" dt="2026-08-13T13:25:51.707" v="29" actId="14100"/>
        <pc:sldMkLst>
          <pc:docMk/>
          <pc:sldMk cId="0" sldId="269"/>
        </pc:sldMkLst>
        <pc:spChg chg="mod">
          <ac:chgData name="Omar Ghias" userId="e69a283619af0b47" providerId="LiveId" clId="{5FAB96A9-4240-4121-A5C7-DAE2025EE42C}" dt="2026-08-13T13:25:51.707" v="29" actId="14100"/>
          <ac:spMkLst>
            <pc:docMk/>
            <pc:sldMk cId="0" sldId="269"/>
            <ac:spMk id="258" creationId="{00000000-0000-0000-0000-000000000000}"/>
          </ac:spMkLst>
        </pc:spChg>
        <pc:picChg chg="del">
          <ac:chgData name="Omar Ghias" userId="e69a283619af0b47" providerId="LiveId" clId="{5FAB96A9-4240-4121-A5C7-DAE2025EE42C}" dt="2026-08-13T13:25:43.896" v="27" actId="478"/>
          <ac:picMkLst>
            <pc:docMk/>
            <pc:sldMk cId="0" sldId="269"/>
            <ac:picMk id="259" creationId="{00000000-0000-0000-0000-000000000000}"/>
          </ac:picMkLst>
        </pc:picChg>
      </pc:sldChg>
      <pc:sldChg chg="del">
        <pc:chgData name="Omar Ghias" userId="e69a283619af0b47" providerId="LiveId" clId="{5FAB96A9-4240-4121-A5C7-DAE2025EE42C}" dt="2026-08-13T13:25:56.293" v="30" actId="47"/>
        <pc:sldMkLst>
          <pc:docMk/>
          <pc:sldMk cId="0" sldId="271"/>
        </pc:sldMkLst>
      </pc:sldChg>
      <pc:sldChg chg="modSp mod">
        <pc:chgData name="Omar Ghias" userId="e69a283619af0b47" providerId="LiveId" clId="{5FAB96A9-4240-4121-A5C7-DAE2025EE42C}" dt="2026-08-13T13:25:39.059" v="26" actId="20577"/>
        <pc:sldMkLst>
          <pc:docMk/>
          <pc:sldMk cId="1202860371" sldId="272"/>
        </pc:sldMkLst>
        <pc:spChg chg="mod">
          <ac:chgData name="Omar Ghias" userId="e69a283619af0b47" providerId="LiveId" clId="{5FAB96A9-4240-4121-A5C7-DAE2025EE42C}" dt="2026-08-13T13:25:39.059" v="26" actId="20577"/>
          <ac:spMkLst>
            <pc:docMk/>
            <pc:sldMk cId="1202860371" sldId="272"/>
            <ac:spMk id="267" creationId="{00000000-0000-0000-0000-000000000000}"/>
          </ac:spMkLst>
        </pc:spChg>
      </pc:sldChg>
      <pc:sldChg chg="modSp mod">
        <pc:chgData name="Omar Ghias" userId="e69a283619af0b47" providerId="LiveId" clId="{5FAB96A9-4240-4121-A5C7-DAE2025EE42C}" dt="2026-08-13T13:24:11.601" v="12" actId="20577"/>
        <pc:sldMkLst>
          <pc:docMk/>
          <pc:sldMk cId="0" sldId="273"/>
        </pc:sldMkLst>
        <pc:spChg chg="mod">
          <ac:chgData name="Omar Ghias" userId="e69a283619af0b47" providerId="LiveId" clId="{5FAB96A9-4240-4121-A5C7-DAE2025EE42C}" dt="2026-08-13T13:24:11.601" v="12" actId="20577"/>
          <ac:spMkLst>
            <pc:docMk/>
            <pc:sldMk cId="0" sldId="273"/>
            <ac:spMk id="158" creationId="{00000000-0000-0000-0000-000000000000}"/>
          </ac:spMkLst>
        </pc:spChg>
      </pc:sldChg>
      <pc:sldChg chg="modSp mod">
        <pc:chgData name="Omar Ghias" userId="e69a283619af0b47" providerId="LiveId" clId="{5FAB96A9-4240-4121-A5C7-DAE2025EE42C}" dt="2026-08-13T13:24:47.953" v="22" actId="255"/>
        <pc:sldMkLst>
          <pc:docMk/>
          <pc:sldMk cId="0" sldId="274"/>
        </pc:sldMkLst>
        <pc:spChg chg="mod">
          <ac:chgData name="Omar Ghias" userId="e69a283619af0b47" providerId="LiveId" clId="{5FAB96A9-4240-4121-A5C7-DAE2025EE42C}" dt="2026-08-13T13:24:47.953" v="22" actId="255"/>
          <ac:spMkLst>
            <pc:docMk/>
            <pc:sldMk cId="0" sldId="274"/>
            <ac:spMk id="158" creationId="{00000000-0000-0000-0000-000000000000}"/>
          </ac:spMkLst>
        </pc:spChg>
      </pc:sldChg>
      <pc:sldChg chg="modSp mod">
        <pc:chgData name="Omar Ghias" userId="e69a283619af0b47" providerId="LiveId" clId="{5FAB96A9-4240-4121-A5C7-DAE2025EE42C}" dt="2026-08-13T13:25:07.947" v="23" actId="255"/>
        <pc:sldMkLst>
          <pc:docMk/>
          <pc:sldMk cId="0" sldId="275"/>
        </pc:sldMkLst>
        <pc:spChg chg="mod">
          <ac:chgData name="Omar Ghias" userId="e69a283619af0b47" providerId="LiveId" clId="{5FAB96A9-4240-4121-A5C7-DAE2025EE42C}" dt="2026-08-13T13:25:07.947" v="23" actId="255"/>
          <ac:spMkLst>
            <pc:docMk/>
            <pc:sldMk cId="0" sldId="275"/>
            <ac:spMk id="158" creationId="{00000000-0000-0000-0000-000000000000}"/>
          </ac:spMkLst>
        </pc:spChg>
      </pc:sldChg>
      <pc:sldMasterChg chg="delSldLayout">
        <pc:chgData name="Omar Ghias" userId="e69a283619af0b47" providerId="LiveId" clId="{5FAB96A9-4240-4121-A5C7-DAE2025EE42C}" dt="2026-08-13T13:23:23.299" v="1" actId="47"/>
        <pc:sldMasterMkLst>
          <pc:docMk/>
          <pc:sldMasterMk cId="0" sldId="2147483648"/>
        </pc:sldMasterMkLst>
        <pc:sldLayoutChg chg="del">
          <pc:chgData name="Omar Ghias" userId="e69a283619af0b47" providerId="LiveId" clId="{5FAB96A9-4240-4121-A5C7-DAE2025EE42C}" dt="2026-08-13T13:23:23.299" v="1" actId="47"/>
          <pc:sldLayoutMkLst>
            <pc:docMk/>
            <pc:sldMasterMk cId="0" sldId="2147483648"/>
            <pc:sldLayoutMk cId="0" sldId="2147483650"/>
          </pc:sldLayoutMkLst>
        </pc:sldLayoutChg>
      </pc:sldMaster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0" dt="2023-05-31T15:38:24.691" idx="1">
    <p:pos x="6000" y="0"/>
    <p:text>Just include your first name, NO full last name</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Ax2_shRU"/>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0" dt="2023-05-31T14:57:28.376" idx="3">
    <p:pos x="6000" y="0"/>
    <p:text>Important stats might be: RVOL, Avg Volume, Float, Institutional Ownership, ATR, Short Interest, Day's Range, Insider Ownership, $VIX</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Ax2_shRY"/>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0" dt="2023-05-24T23:05:52.038" idx="4">
    <p:pos x="6000" y="0"/>
    <p:text>Mark up the tradervue chart of the trade intraday: Entry | Stop | Exit
1. Where would you add size?
2. Where was your initial stop? Did you adjust your stop as the play developed? If so, why did you adjust your stop?
3. Where did you take profits? How do you pick your profit targets?</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Ax2_shRQ"/>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4a03e67d01_0_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8" name="Google Shape;148;g24a03e67d01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24a03e67d01_0_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0" name="Google Shape;170;g24a03e67d01_0_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7" name="Google Shape;21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24a03e67d01_0_16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4" name="Google Shape;224;g24a03e67d01_0_1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249ea4ecd50_0_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1" name="Google Shape;231;g249ea4ecd50_0_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4a03e67d01_0_1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
        <p:nvSpPr>
          <p:cNvPr id="238" name="Google Shape;238;g24a03e67d01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24a03e67d01_0_1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
        <p:nvSpPr>
          <p:cNvPr id="263" name="Google Shape;263;g24a03e67d01_0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644947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24a03e67d01_0_1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5" name="Google Shape;255;g24a03e67d01_0_1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24a03e67d01_0_1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
        <p:nvSpPr>
          <p:cNvPr id="263" name="Google Shape;263;g24a03e67d01_0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_Custom Layout">
  <p:cSld name="2_Custom Layout">
    <p:spTree>
      <p:nvGrpSpPr>
        <p:cNvPr id="1" name="Shape 15"/>
        <p:cNvGrpSpPr/>
        <p:nvPr/>
      </p:nvGrpSpPr>
      <p:grpSpPr>
        <a:xfrm>
          <a:off x="0" y="0"/>
          <a:ext cx="0" cy="0"/>
          <a:chOff x="0" y="0"/>
          <a:chExt cx="0" cy="0"/>
        </a:xfrm>
      </p:grpSpPr>
      <p:sp>
        <p:nvSpPr>
          <p:cNvPr id="16" name="Google Shape;16;p13"/>
          <p:cNvSpPr txBox="1">
            <a:spLocks noGrp="1"/>
          </p:cNvSpPr>
          <p:nvPr>
            <p:ph type="dt" idx="10"/>
          </p:nvPr>
        </p:nvSpPr>
        <p:spPr>
          <a:xfrm>
            <a:off x="1257300" y="9534525"/>
            <a:ext cx="4114800" cy="547800"/>
          </a:xfrm>
          <a:prstGeom prst="rect">
            <a:avLst/>
          </a:prstGeom>
          <a:noFill/>
          <a:ln>
            <a:noFill/>
          </a:ln>
        </p:spPr>
        <p:txBody>
          <a:bodyPr spcFirstLastPara="1" wrap="square" lIns="137150" tIns="68550" rIns="137150" bIns="68550" anchor="ctr" anchorCtr="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17" name="Google Shape;17;p13"/>
          <p:cNvSpPr txBox="1">
            <a:spLocks noGrp="1"/>
          </p:cNvSpPr>
          <p:nvPr>
            <p:ph type="ftr" idx="11"/>
          </p:nvPr>
        </p:nvSpPr>
        <p:spPr>
          <a:xfrm>
            <a:off x="6057900" y="9534525"/>
            <a:ext cx="6172200" cy="547800"/>
          </a:xfrm>
          <a:prstGeom prst="rect">
            <a:avLst/>
          </a:prstGeom>
          <a:noFill/>
          <a:ln>
            <a:noFill/>
          </a:ln>
        </p:spPr>
        <p:txBody>
          <a:bodyPr spcFirstLastPara="1" wrap="square" lIns="137150" tIns="68550" rIns="137150" bIns="68550" anchor="ctr" anchorCtr="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18" name="Google Shape;18;p13"/>
          <p:cNvSpPr txBox="1">
            <a:spLocks noGrp="1"/>
          </p:cNvSpPr>
          <p:nvPr>
            <p:ph type="sldNum" idx="12"/>
          </p:nvPr>
        </p:nvSpPr>
        <p:spPr>
          <a:xfrm>
            <a:off x="12915900" y="9534525"/>
            <a:ext cx="4114800" cy="547800"/>
          </a:xfrm>
          <a:prstGeom prst="rect">
            <a:avLst/>
          </a:prstGeom>
          <a:noFill/>
          <a:ln>
            <a:noFill/>
          </a:ln>
        </p:spPr>
        <p:txBody>
          <a:bodyPr spcFirstLastPara="1" wrap="square" lIns="137150" tIns="68550" rIns="137150" bIns="68550" anchor="ctr" anchorCtr="0">
            <a:no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9" name="Google Shape;19;p13"/>
          <p:cNvSpPr>
            <a:spLocks noGrp="1"/>
          </p:cNvSpPr>
          <p:nvPr>
            <p:ph type="pic" idx="2"/>
          </p:nvPr>
        </p:nvSpPr>
        <p:spPr>
          <a:xfrm>
            <a:off x="10687050" y="0"/>
            <a:ext cx="7601100" cy="9462000"/>
          </a:xfrm>
          <a:prstGeom prst="rect">
            <a:avLst/>
          </a:prstGeom>
          <a:solidFill>
            <a:srgbClr val="D8D8D8"/>
          </a:solidFill>
          <a:ln>
            <a:noFill/>
          </a:ln>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ackground 02">
  <p:cSld name="Background 02">
    <p:spTree>
      <p:nvGrpSpPr>
        <p:cNvPr id="1" name="Shape 26"/>
        <p:cNvGrpSpPr/>
        <p:nvPr/>
      </p:nvGrpSpPr>
      <p:grpSpPr>
        <a:xfrm>
          <a:off x="0" y="0"/>
          <a:ext cx="0" cy="0"/>
          <a:chOff x="0" y="0"/>
          <a:chExt cx="0" cy="0"/>
        </a:xfrm>
      </p:grpSpPr>
      <p:sp>
        <p:nvSpPr>
          <p:cNvPr id="27" name="Google Shape;27;p15"/>
          <p:cNvSpPr>
            <a:spLocks noGrp="1"/>
          </p:cNvSpPr>
          <p:nvPr>
            <p:ph type="pic" idx="2"/>
          </p:nvPr>
        </p:nvSpPr>
        <p:spPr>
          <a:xfrm>
            <a:off x="0" y="0"/>
            <a:ext cx="18288000" cy="10287000"/>
          </a:xfrm>
          <a:prstGeom prst="rect">
            <a:avLst/>
          </a:prstGeom>
          <a:solidFill>
            <a:srgbClr val="D8D8D8">
              <a:alpha val="10588"/>
            </a:srgbClr>
          </a:solidFill>
          <a:ln>
            <a:noFill/>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9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28"/>
        <p:cNvGrpSpPr/>
        <p:nvPr/>
      </p:nvGrpSpPr>
      <p:grpSpPr>
        <a:xfrm>
          <a:off x="0" y="0"/>
          <a:ext cx="0" cy="0"/>
          <a:chOff x="0" y="0"/>
          <a:chExt cx="0" cy="0"/>
        </a:xfrm>
      </p:grpSpPr>
      <p:sp>
        <p:nvSpPr>
          <p:cNvPr id="29" name="Google Shape;29;p16"/>
          <p:cNvSpPr txBox="1">
            <a:spLocks noGrp="1"/>
          </p:cNvSpPr>
          <p:nvPr>
            <p:ph type="dt" idx="10"/>
          </p:nvPr>
        </p:nvSpPr>
        <p:spPr>
          <a:xfrm>
            <a:off x="1257300" y="9534525"/>
            <a:ext cx="4114800" cy="547800"/>
          </a:xfrm>
          <a:prstGeom prst="rect">
            <a:avLst/>
          </a:prstGeom>
          <a:noFill/>
          <a:ln>
            <a:noFill/>
          </a:ln>
        </p:spPr>
        <p:txBody>
          <a:bodyPr spcFirstLastPara="1" wrap="square" lIns="137150" tIns="68550" rIns="137150" bIns="68550" anchor="ctr" anchorCtr="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30" name="Google Shape;30;p16"/>
          <p:cNvSpPr txBox="1">
            <a:spLocks noGrp="1"/>
          </p:cNvSpPr>
          <p:nvPr>
            <p:ph type="ftr" idx="11"/>
          </p:nvPr>
        </p:nvSpPr>
        <p:spPr>
          <a:xfrm>
            <a:off x="6057900" y="9534525"/>
            <a:ext cx="6172200" cy="547800"/>
          </a:xfrm>
          <a:prstGeom prst="rect">
            <a:avLst/>
          </a:prstGeom>
          <a:noFill/>
          <a:ln>
            <a:noFill/>
          </a:ln>
        </p:spPr>
        <p:txBody>
          <a:bodyPr spcFirstLastPara="1" wrap="square" lIns="137150" tIns="68550" rIns="137150" bIns="68550" anchor="ctr" anchorCtr="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31" name="Google Shape;31;p16"/>
          <p:cNvSpPr txBox="1">
            <a:spLocks noGrp="1"/>
          </p:cNvSpPr>
          <p:nvPr>
            <p:ph type="sldNum" idx="12"/>
          </p:nvPr>
        </p:nvSpPr>
        <p:spPr>
          <a:xfrm>
            <a:off x="12915900" y="9534525"/>
            <a:ext cx="4114800" cy="547800"/>
          </a:xfrm>
          <a:prstGeom prst="rect">
            <a:avLst/>
          </a:prstGeom>
          <a:noFill/>
          <a:ln>
            <a:noFill/>
          </a:ln>
        </p:spPr>
        <p:txBody>
          <a:bodyPr spcFirstLastPara="1" wrap="square" lIns="137150" tIns="68550" rIns="137150" bIns="68550" anchor="ctr" anchorCtr="0">
            <a:no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32" name="Google Shape;32;p16"/>
          <p:cNvSpPr>
            <a:spLocks noGrp="1"/>
          </p:cNvSpPr>
          <p:nvPr>
            <p:ph type="pic" idx="2"/>
          </p:nvPr>
        </p:nvSpPr>
        <p:spPr>
          <a:xfrm>
            <a:off x="0" y="0"/>
            <a:ext cx="18288000" cy="4308000"/>
          </a:xfrm>
          <a:prstGeom prst="rect">
            <a:avLst/>
          </a:prstGeom>
          <a:noFill/>
          <a:ln>
            <a:noFill/>
          </a:ln>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33"/>
        <p:cNvGrpSpPr/>
        <p:nvPr/>
      </p:nvGrpSpPr>
      <p:grpSpPr>
        <a:xfrm>
          <a:off x="0" y="0"/>
          <a:ext cx="0" cy="0"/>
          <a:chOff x="0" y="0"/>
          <a:chExt cx="0" cy="0"/>
        </a:xfrm>
      </p:grpSpPr>
      <p:sp>
        <p:nvSpPr>
          <p:cNvPr id="34" name="Google Shape;34;p17"/>
          <p:cNvSpPr txBox="1">
            <a:spLocks noGrp="1"/>
          </p:cNvSpPr>
          <p:nvPr>
            <p:ph type="dt" idx="10"/>
          </p:nvPr>
        </p:nvSpPr>
        <p:spPr>
          <a:xfrm>
            <a:off x="1257300" y="9534525"/>
            <a:ext cx="4114800" cy="547800"/>
          </a:xfrm>
          <a:prstGeom prst="rect">
            <a:avLst/>
          </a:prstGeom>
          <a:noFill/>
          <a:ln>
            <a:noFill/>
          </a:ln>
        </p:spPr>
        <p:txBody>
          <a:bodyPr spcFirstLastPara="1" wrap="square" lIns="137150" tIns="68550" rIns="137150" bIns="68550" anchor="ctr" anchorCtr="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35" name="Google Shape;35;p17"/>
          <p:cNvSpPr txBox="1">
            <a:spLocks noGrp="1"/>
          </p:cNvSpPr>
          <p:nvPr>
            <p:ph type="ftr" idx="11"/>
          </p:nvPr>
        </p:nvSpPr>
        <p:spPr>
          <a:xfrm>
            <a:off x="6057900" y="9534525"/>
            <a:ext cx="6172200" cy="547800"/>
          </a:xfrm>
          <a:prstGeom prst="rect">
            <a:avLst/>
          </a:prstGeom>
          <a:noFill/>
          <a:ln>
            <a:noFill/>
          </a:ln>
        </p:spPr>
        <p:txBody>
          <a:bodyPr spcFirstLastPara="1" wrap="square" lIns="137150" tIns="68550" rIns="137150" bIns="68550" anchor="ctr" anchorCtr="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36" name="Google Shape;36;p17"/>
          <p:cNvSpPr txBox="1">
            <a:spLocks noGrp="1"/>
          </p:cNvSpPr>
          <p:nvPr>
            <p:ph type="sldNum" idx="12"/>
          </p:nvPr>
        </p:nvSpPr>
        <p:spPr>
          <a:xfrm>
            <a:off x="12915900" y="9534525"/>
            <a:ext cx="4114800" cy="547800"/>
          </a:xfrm>
          <a:prstGeom prst="rect">
            <a:avLst/>
          </a:prstGeom>
          <a:noFill/>
          <a:ln>
            <a:noFill/>
          </a:ln>
        </p:spPr>
        <p:txBody>
          <a:bodyPr spcFirstLastPara="1" wrap="square" lIns="137150" tIns="68550" rIns="137150" bIns="68550" anchor="ctr" anchorCtr="0">
            <a:no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37" name="Google Shape;37;p17"/>
          <p:cNvSpPr>
            <a:spLocks noGrp="1"/>
          </p:cNvSpPr>
          <p:nvPr>
            <p:ph type="pic" idx="2"/>
          </p:nvPr>
        </p:nvSpPr>
        <p:spPr>
          <a:xfrm>
            <a:off x="2200275" y="2886075"/>
            <a:ext cx="6172200" cy="5801100"/>
          </a:xfrm>
          <a:prstGeom prst="rect">
            <a:avLst/>
          </a:prstGeom>
          <a:noFill/>
          <a:ln>
            <a:noFill/>
          </a:ln>
        </p:spPr>
        <p:txBody>
          <a:bodyPr/>
          <a:lstStyle/>
          <a:p>
            <a:endParaRPr lang="en-US"/>
          </a:p>
        </p:txBody>
      </p:sp>
      <p:sp>
        <p:nvSpPr>
          <p:cNvPr id="38" name="Google Shape;38;p17"/>
          <p:cNvSpPr>
            <a:spLocks noGrp="1"/>
          </p:cNvSpPr>
          <p:nvPr>
            <p:ph type="pic" idx="3"/>
          </p:nvPr>
        </p:nvSpPr>
        <p:spPr>
          <a:xfrm>
            <a:off x="9515475" y="2886075"/>
            <a:ext cx="6172200" cy="5801100"/>
          </a:xfrm>
          <a:prstGeom prst="rect">
            <a:avLst/>
          </a:prstGeom>
          <a:noFill/>
          <a:ln>
            <a:noFill/>
          </a:ln>
        </p:spPr>
        <p:txBody>
          <a:bodyPr/>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9"/>
        <p:cNvGrpSpPr/>
        <p:nvPr/>
      </p:nvGrpSpPr>
      <p:grpSpPr>
        <a:xfrm>
          <a:off x="0" y="0"/>
          <a:ext cx="0" cy="0"/>
          <a:chOff x="0" y="0"/>
          <a:chExt cx="0" cy="0"/>
        </a:xfrm>
      </p:grpSpPr>
      <p:sp>
        <p:nvSpPr>
          <p:cNvPr id="40" name="Google Shape;40;p18"/>
          <p:cNvSpPr txBox="1">
            <a:spLocks noGrp="1"/>
          </p:cNvSpPr>
          <p:nvPr>
            <p:ph type="ctrTitle"/>
          </p:nvPr>
        </p:nvSpPr>
        <p:spPr>
          <a:xfrm>
            <a:off x="2286000" y="1683545"/>
            <a:ext cx="13716000" cy="3581700"/>
          </a:xfrm>
          <a:prstGeom prst="rect">
            <a:avLst/>
          </a:prstGeom>
          <a:noFill/>
          <a:ln>
            <a:noFill/>
          </a:ln>
        </p:spPr>
        <p:txBody>
          <a:bodyPr spcFirstLastPara="1" wrap="square" lIns="137150" tIns="68550" rIns="137150" bIns="68550" anchor="b" anchorCtr="0">
            <a:noAutofit/>
          </a:bodyPr>
          <a:lstStyle>
            <a:lvl1pPr lvl="0" algn="ctr">
              <a:lnSpc>
                <a:spcPct val="90000"/>
              </a:lnSpc>
              <a:spcBef>
                <a:spcPts val="0"/>
              </a:spcBef>
              <a:spcAft>
                <a:spcPts val="0"/>
              </a:spcAft>
              <a:buClr>
                <a:schemeClr val="dk1"/>
              </a:buClr>
              <a:buSzPts val="9000"/>
              <a:buFont typeface="Calibri"/>
              <a:buNone/>
              <a:defRPr sz="9000"/>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41" name="Google Shape;41;p18"/>
          <p:cNvSpPr txBox="1">
            <a:spLocks noGrp="1"/>
          </p:cNvSpPr>
          <p:nvPr>
            <p:ph type="subTitle" idx="1"/>
          </p:nvPr>
        </p:nvSpPr>
        <p:spPr>
          <a:xfrm>
            <a:off x="2286000" y="5403057"/>
            <a:ext cx="13716000" cy="2483700"/>
          </a:xfrm>
          <a:prstGeom prst="rect">
            <a:avLst/>
          </a:prstGeom>
          <a:noFill/>
          <a:ln>
            <a:noFill/>
          </a:ln>
        </p:spPr>
        <p:txBody>
          <a:bodyPr spcFirstLastPara="1" wrap="square" lIns="137150" tIns="68550" rIns="137150" bIns="68550" anchor="t" anchorCtr="0">
            <a:noAutofit/>
          </a:bodyPr>
          <a:lstStyle>
            <a:lvl1pPr lvl="0" algn="ctr">
              <a:lnSpc>
                <a:spcPct val="90000"/>
              </a:lnSpc>
              <a:spcBef>
                <a:spcPts val="1500"/>
              </a:spcBef>
              <a:spcAft>
                <a:spcPts val="0"/>
              </a:spcAft>
              <a:buClr>
                <a:schemeClr val="dk1"/>
              </a:buClr>
              <a:buSzPts val="3600"/>
              <a:buNone/>
              <a:defRPr sz="3600"/>
            </a:lvl1pPr>
            <a:lvl2pPr lvl="1" algn="ctr">
              <a:lnSpc>
                <a:spcPct val="90000"/>
              </a:lnSpc>
              <a:spcBef>
                <a:spcPts val="800"/>
              </a:spcBef>
              <a:spcAft>
                <a:spcPts val="0"/>
              </a:spcAft>
              <a:buClr>
                <a:schemeClr val="dk1"/>
              </a:buClr>
              <a:buSzPts val="3000"/>
              <a:buNone/>
              <a:defRPr sz="3000"/>
            </a:lvl2pPr>
            <a:lvl3pPr lvl="2" algn="ctr">
              <a:lnSpc>
                <a:spcPct val="90000"/>
              </a:lnSpc>
              <a:spcBef>
                <a:spcPts val="800"/>
              </a:spcBef>
              <a:spcAft>
                <a:spcPts val="0"/>
              </a:spcAft>
              <a:buClr>
                <a:schemeClr val="dk1"/>
              </a:buClr>
              <a:buSzPts val="2700"/>
              <a:buNone/>
              <a:defRPr sz="2700"/>
            </a:lvl3pPr>
            <a:lvl4pPr lvl="3" algn="ctr">
              <a:lnSpc>
                <a:spcPct val="90000"/>
              </a:lnSpc>
              <a:spcBef>
                <a:spcPts val="800"/>
              </a:spcBef>
              <a:spcAft>
                <a:spcPts val="0"/>
              </a:spcAft>
              <a:buClr>
                <a:schemeClr val="dk1"/>
              </a:buClr>
              <a:buSzPts val="2400"/>
              <a:buNone/>
              <a:defRPr sz="2400"/>
            </a:lvl4pPr>
            <a:lvl5pPr lvl="4" algn="ctr">
              <a:lnSpc>
                <a:spcPct val="90000"/>
              </a:lnSpc>
              <a:spcBef>
                <a:spcPts val="800"/>
              </a:spcBef>
              <a:spcAft>
                <a:spcPts val="0"/>
              </a:spcAft>
              <a:buClr>
                <a:schemeClr val="dk1"/>
              </a:buClr>
              <a:buSzPts val="2400"/>
              <a:buNone/>
              <a:defRPr sz="2400"/>
            </a:lvl5pPr>
            <a:lvl6pPr lvl="5" algn="ctr">
              <a:lnSpc>
                <a:spcPct val="90000"/>
              </a:lnSpc>
              <a:spcBef>
                <a:spcPts val="800"/>
              </a:spcBef>
              <a:spcAft>
                <a:spcPts val="0"/>
              </a:spcAft>
              <a:buClr>
                <a:schemeClr val="dk1"/>
              </a:buClr>
              <a:buSzPts val="2400"/>
              <a:buNone/>
              <a:defRPr sz="2400"/>
            </a:lvl6pPr>
            <a:lvl7pPr lvl="6" algn="ctr">
              <a:lnSpc>
                <a:spcPct val="90000"/>
              </a:lnSpc>
              <a:spcBef>
                <a:spcPts val="800"/>
              </a:spcBef>
              <a:spcAft>
                <a:spcPts val="0"/>
              </a:spcAft>
              <a:buClr>
                <a:schemeClr val="dk1"/>
              </a:buClr>
              <a:buSzPts val="2400"/>
              <a:buNone/>
              <a:defRPr sz="2400"/>
            </a:lvl7pPr>
            <a:lvl8pPr lvl="7" algn="ctr">
              <a:lnSpc>
                <a:spcPct val="90000"/>
              </a:lnSpc>
              <a:spcBef>
                <a:spcPts val="800"/>
              </a:spcBef>
              <a:spcAft>
                <a:spcPts val="0"/>
              </a:spcAft>
              <a:buClr>
                <a:schemeClr val="dk1"/>
              </a:buClr>
              <a:buSzPts val="2400"/>
              <a:buNone/>
              <a:defRPr sz="2400"/>
            </a:lvl8pPr>
            <a:lvl9pPr lvl="8" algn="ctr">
              <a:lnSpc>
                <a:spcPct val="90000"/>
              </a:lnSpc>
              <a:spcBef>
                <a:spcPts val="800"/>
              </a:spcBef>
              <a:spcAft>
                <a:spcPts val="0"/>
              </a:spcAft>
              <a:buClr>
                <a:schemeClr val="dk1"/>
              </a:buClr>
              <a:buSzPts val="2400"/>
              <a:buNone/>
              <a:defRPr sz="2400"/>
            </a:lvl9pPr>
          </a:lstStyle>
          <a:p>
            <a:endParaRPr/>
          </a:p>
        </p:txBody>
      </p:sp>
      <p:sp>
        <p:nvSpPr>
          <p:cNvPr id="42" name="Google Shape;42;p18"/>
          <p:cNvSpPr txBox="1">
            <a:spLocks noGrp="1"/>
          </p:cNvSpPr>
          <p:nvPr>
            <p:ph type="dt" idx="10"/>
          </p:nvPr>
        </p:nvSpPr>
        <p:spPr>
          <a:xfrm>
            <a:off x="1257300" y="9534525"/>
            <a:ext cx="4114800" cy="547800"/>
          </a:xfrm>
          <a:prstGeom prst="rect">
            <a:avLst/>
          </a:prstGeom>
          <a:noFill/>
          <a:ln>
            <a:noFill/>
          </a:ln>
        </p:spPr>
        <p:txBody>
          <a:bodyPr spcFirstLastPara="1" wrap="square" lIns="137150" tIns="68550" rIns="137150" bIns="68550" anchor="ctr" anchorCtr="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43" name="Google Shape;43;p18"/>
          <p:cNvSpPr txBox="1">
            <a:spLocks noGrp="1"/>
          </p:cNvSpPr>
          <p:nvPr>
            <p:ph type="ftr" idx="11"/>
          </p:nvPr>
        </p:nvSpPr>
        <p:spPr>
          <a:xfrm>
            <a:off x="6057900" y="9534525"/>
            <a:ext cx="6172200" cy="547800"/>
          </a:xfrm>
          <a:prstGeom prst="rect">
            <a:avLst/>
          </a:prstGeom>
          <a:noFill/>
          <a:ln>
            <a:noFill/>
          </a:ln>
        </p:spPr>
        <p:txBody>
          <a:bodyPr spcFirstLastPara="1" wrap="square" lIns="137150" tIns="68550" rIns="137150" bIns="68550" anchor="ctr" anchorCtr="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44" name="Google Shape;44;p18"/>
          <p:cNvSpPr txBox="1">
            <a:spLocks noGrp="1"/>
          </p:cNvSpPr>
          <p:nvPr>
            <p:ph type="sldNum" idx="12"/>
          </p:nvPr>
        </p:nvSpPr>
        <p:spPr>
          <a:xfrm>
            <a:off x="12915900" y="9534525"/>
            <a:ext cx="4114800" cy="547800"/>
          </a:xfrm>
          <a:prstGeom prst="rect">
            <a:avLst/>
          </a:prstGeom>
          <a:noFill/>
          <a:ln>
            <a:noFill/>
          </a:ln>
        </p:spPr>
        <p:txBody>
          <a:bodyPr spcFirstLastPara="1" wrap="square" lIns="137150" tIns="68550" rIns="137150" bIns="68550" anchor="ctr" anchorCtr="0">
            <a:no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5"/>
        <p:cNvGrpSpPr/>
        <p:nvPr/>
      </p:nvGrpSpPr>
      <p:grpSpPr>
        <a:xfrm>
          <a:off x="0" y="0"/>
          <a:ext cx="0" cy="0"/>
          <a:chOff x="0" y="0"/>
          <a:chExt cx="0" cy="0"/>
        </a:xfrm>
      </p:grpSpPr>
      <p:sp>
        <p:nvSpPr>
          <p:cNvPr id="46" name="Google Shape;46;p19"/>
          <p:cNvSpPr txBox="1">
            <a:spLocks noGrp="1"/>
          </p:cNvSpPr>
          <p:nvPr>
            <p:ph type="title"/>
          </p:nvPr>
        </p:nvSpPr>
        <p:spPr>
          <a:xfrm>
            <a:off x="1247775" y="2564607"/>
            <a:ext cx="15773400" cy="4279200"/>
          </a:xfrm>
          <a:prstGeom prst="rect">
            <a:avLst/>
          </a:prstGeom>
          <a:noFill/>
          <a:ln>
            <a:noFill/>
          </a:ln>
        </p:spPr>
        <p:txBody>
          <a:bodyPr spcFirstLastPara="1" wrap="square" lIns="137150" tIns="68550" rIns="137150" bIns="68550" anchor="b" anchorCtr="0">
            <a:noAutofit/>
          </a:bodyPr>
          <a:lstStyle>
            <a:lvl1pPr lvl="0" algn="l">
              <a:lnSpc>
                <a:spcPct val="90000"/>
              </a:lnSpc>
              <a:spcBef>
                <a:spcPts val="0"/>
              </a:spcBef>
              <a:spcAft>
                <a:spcPts val="0"/>
              </a:spcAft>
              <a:buClr>
                <a:schemeClr val="dk1"/>
              </a:buClr>
              <a:buSzPts val="9000"/>
              <a:buFont typeface="Calibri"/>
              <a:buNone/>
              <a:defRPr sz="9000"/>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47" name="Google Shape;47;p19"/>
          <p:cNvSpPr txBox="1">
            <a:spLocks noGrp="1"/>
          </p:cNvSpPr>
          <p:nvPr>
            <p:ph type="body" idx="1"/>
          </p:nvPr>
        </p:nvSpPr>
        <p:spPr>
          <a:xfrm>
            <a:off x="1247775" y="6884195"/>
            <a:ext cx="15773400" cy="2250600"/>
          </a:xfrm>
          <a:prstGeom prst="rect">
            <a:avLst/>
          </a:prstGeom>
          <a:noFill/>
          <a:ln>
            <a:noFill/>
          </a:ln>
        </p:spPr>
        <p:txBody>
          <a:bodyPr spcFirstLastPara="1" wrap="square" lIns="137150" tIns="68550" rIns="137150" bIns="68550" anchor="t" anchorCtr="0">
            <a:noAutofit/>
          </a:bodyPr>
          <a:lstStyle>
            <a:lvl1pPr marL="457200" lvl="0" indent="-228600" algn="l">
              <a:lnSpc>
                <a:spcPct val="90000"/>
              </a:lnSpc>
              <a:spcBef>
                <a:spcPts val="1500"/>
              </a:spcBef>
              <a:spcAft>
                <a:spcPts val="0"/>
              </a:spcAft>
              <a:buClr>
                <a:srgbClr val="888888"/>
              </a:buClr>
              <a:buSzPts val="3600"/>
              <a:buNone/>
              <a:defRPr sz="3600">
                <a:solidFill>
                  <a:srgbClr val="888888"/>
                </a:solidFill>
              </a:defRPr>
            </a:lvl1pPr>
            <a:lvl2pPr marL="914400" lvl="1" indent="-228600" algn="l">
              <a:lnSpc>
                <a:spcPct val="90000"/>
              </a:lnSpc>
              <a:spcBef>
                <a:spcPts val="800"/>
              </a:spcBef>
              <a:spcAft>
                <a:spcPts val="0"/>
              </a:spcAft>
              <a:buClr>
                <a:srgbClr val="888888"/>
              </a:buClr>
              <a:buSzPts val="3000"/>
              <a:buNone/>
              <a:defRPr sz="3000">
                <a:solidFill>
                  <a:srgbClr val="888888"/>
                </a:solidFill>
              </a:defRPr>
            </a:lvl2pPr>
            <a:lvl3pPr marL="1371600" lvl="2" indent="-228600" algn="l">
              <a:lnSpc>
                <a:spcPct val="90000"/>
              </a:lnSpc>
              <a:spcBef>
                <a:spcPts val="800"/>
              </a:spcBef>
              <a:spcAft>
                <a:spcPts val="0"/>
              </a:spcAft>
              <a:buClr>
                <a:srgbClr val="888888"/>
              </a:buClr>
              <a:buSzPts val="2700"/>
              <a:buNone/>
              <a:defRPr sz="2700">
                <a:solidFill>
                  <a:srgbClr val="888888"/>
                </a:solidFill>
              </a:defRPr>
            </a:lvl3pPr>
            <a:lvl4pPr marL="1828800" lvl="3" indent="-228600" algn="l">
              <a:lnSpc>
                <a:spcPct val="90000"/>
              </a:lnSpc>
              <a:spcBef>
                <a:spcPts val="800"/>
              </a:spcBef>
              <a:spcAft>
                <a:spcPts val="0"/>
              </a:spcAft>
              <a:buClr>
                <a:srgbClr val="888888"/>
              </a:buClr>
              <a:buSzPts val="2400"/>
              <a:buNone/>
              <a:defRPr sz="2400">
                <a:solidFill>
                  <a:srgbClr val="888888"/>
                </a:solidFill>
              </a:defRPr>
            </a:lvl4pPr>
            <a:lvl5pPr marL="2286000" lvl="4" indent="-228600" algn="l">
              <a:lnSpc>
                <a:spcPct val="90000"/>
              </a:lnSpc>
              <a:spcBef>
                <a:spcPts val="800"/>
              </a:spcBef>
              <a:spcAft>
                <a:spcPts val="0"/>
              </a:spcAft>
              <a:buClr>
                <a:srgbClr val="888888"/>
              </a:buClr>
              <a:buSzPts val="2400"/>
              <a:buNone/>
              <a:defRPr sz="2400">
                <a:solidFill>
                  <a:srgbClr val="888888"/>
                </a:solidFill>
              </a:defRPr>
            </a:lvl5pPr>
            <a:lvl6pPr marL="2743200" lvl="5" indent="-228600" algn="l">
              <a:lnSpc>
                <a:spcPct val="90000"/>
              </a:lnSpc>
              <a:spcBef>
                <a:spcPts val="800"/>
              </a:spcBef>
              <a:spcAft>
                <a:spcPts val="0"/>
              </a:spcAft>
              <a:buClr>
                <a:srgbClr val="888888"/>
              </a:buClr>
              <a:buSzPts val="2400"/>
              <a:buNone/>
              <a:defRPr sz="2400">
                <a:solidFill>
                  <a:srgbClr val="888888"/>
                </a:solidFill>
              </a:defRPr>
            </a:lvl6pPr>
            <a:lvl7pPr marL="3200400" lvl="6" indent="-228600" algn="l">
              <a:lnSpc>
                <a:spcPct val="90000"/>
              </a:lnSpc>
              <a:spcBef>
                <a:spcPts val="800"/>
              </a:spcBef>
              <a:spcAft>
                <a:spcPts val="0"/>
              </a:spcAft>
              <a:buClr>
                <a:srgbClr val="888888"/>
              </a:buClr>
              <a:buSzPts val="2400"/>
              <a:buNone/>
              <a:defRPr sz="2400">
                <a:solidFill>
                  <a:srgbClr val="888888"/>
                </a:solidFill>
              </a:defRPr>
            </a:lvl7pPr>
            <a:lvl8pPr marL="3657600" lvl="7" indent="-228600" algn="l">
              <a:lnSpc>
                <a:spcPct val="90000"/>
              </a:lnSpc>
              <a:spcBef>
                <a:spcPts val="800"/>
              </a:spcBef>
              <a:spcAft>
                <a:spcPts val="0"/>
              </a:spcAft>
              <a:buClr>
                <a:srgbClr val="888888"/>
              </a:buClr>
              <a:buSzPts val="2400"/>
              <a:buNone/>
              <a:defRPr sz="2400">
                <a:solidFill>
                  <a:srgbClr val="888888"/>
                </a:solidFill>
              </a:defRPr>
            </a:lvl8pPr>
            <a:lvl9pPr marL="4114800" lvl="8" indent="-228600" algn="l">
              <a:lnSpc>
                <a:spcPct val="90000"/>
              </a:lnSpc>
              <a:spcBef>
                <a:spcPts val="800"/>
              </a:spcBef>
              <a:spcAft>
                <a:spcPts val="0"/>
              </a:spcAft>
              <a:buClr>
                <a:srgbClr val="888888"/>
              </a:buClr>
              <a:buSzPts val="2400"/>
              <a:buNone/>
              <a:defRPr sz="2400">
                <a:solidFill>
                  <a:srgbClr val="888888"/>
                </a:solidFill>
              </a:defRPr>
            </a:lvl9pPr>
          </a:lstStyle>
          <a:p>
            <a:endParaRPr/>
          </a:p>
        </p:txBody>
      </p:sp>
      <p:sp>
        <p:nvSpPr>
          <p:cNvPr id="48" name="Google Shape;48;p19"/>
          <p:cNvSpPr txBox="1">
            <a:spLocks noGrp="1"/>
          </p:cNvSpPr>
          <p:nvPr>
            <p:ph type="dt" idx="10"/>
          </p:nvPr>
        </p:nvSpPr>
        <p:spPr>
          <a:xfrm>
            <a:off x="1257300" y="9534525"/>
            <a:ext cx="4114800" cy="547800"/>
          </a:xfrm>
          <a:prstGeom prst="rect">
            <a:avLst/>
          </a:prstGeom>
          <a:noFill/>
          <a:ln>
            <a:noFill/>
          </a:ln>
        </p:spPr>
        <p:txBody>
          <a:bodyPr spcFirstLastPara="1" wrap="square" lIns="137150" tIns="68550" rIns="137150" bIns="68550" anchor="ctr" anchorCtr="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49" name="Google Shape;49;p19"/>
          <p:cNvSpPr txBox="1">
            <a:spLocks noGrp="1"/>
          </p:cNvSpPr>
          <p:nvPr>
            <p:ph type="ftr" idx="11"/>
          </p:nvPr>
        </p:nvSpPr>
        <p:spPr>
          <a:xfrm>
            <a:off x="6057900" y="9534525"/>
            <a:ext cx="6172200" cy="547800"/>
          </a:xfrm>
          <a:prstGeom prst="rect">
            <a:avLst/>
          </a:prstGeom>
          <a:noFill/>
          <a:ln>
            <a:noFill/>
          </a:ln>
        </p:spPr>
        <p:txBody>
          <a:bodyPr spcFirstLastPara="1" wrap="square" lIns="137150" tIns="68550" rIns="137150" bIns="68550" anchor="ctr" anchorCtr="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50" name="Google Shape;50;p19"/>
          <p:cNvSpPr txBox="1">
            <a:spLocks noGrp="1"/>
          </p:cNvSpPr>
          <p:nvPr>
            <p:ph type="sldNum" idx="12"/>
          </p:nvPr>
        </p:nvSpPr>
        <p:spPr>
          <a:xfrm>
            <a:off x="12915900" y="9534525"/>
            <a:ext cx="4114800" cy="547800"/>
          </a:xfrm>
          <a:prstGeom prst="rect">
            <a:avLst/>
          </a:prstGeom>
          <a:noFill/>
          <a:ln>
            <a:noFill/>
          </a:ln>
        </p:spPr>
        <p:txBody>
          <a:bodyPr spcFirstLastPara="1" wrap="square" lIns="137150" tIns="68550" rIns="137150" bIns="68550" anchor="ctr" anchorCtr="0">
            <a:no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1"/>
        <p:cNvGrpSpPr/>
        <p:nvPr/>
      </p:nvGrpSpPr>
      <p:grpSpPr>
        <a:xfrm>
          <a:off x="0" y="0"/>
          <a:ext cx="0" cy="0"/>
          <a:chOff x="0" y="0"/>
          <a:chExt cx="0" cy="0"/>
        </a:xfrm>
      </p:grpSpPr>
      <p:sp>
        <p:nvSpPr>
          <p:cNvPr id="52" name="Google Shape;52;p20"/>
          <p:cNvSpPr txBox="1">
            <a:spLocks noGrp="1"/>
          </p:cNvSpPr>
          <p:nvPr>
            <p:ph type="title"/>
          </p:nvPr>
        </p:nvSpPr>
        <p:spPr>
          <a:xfrm>
            <a:off x="1257300" y="547688"/>
            <a:ext cx="15773400" cy="1988700"/>
          </a:xfrm>
          <a:prstGeom prst="rect">
            <a:avLst/>
          </a:prstGeom>
          <a:noFill/>
          <a:ln>
            <a:noFill/>
          </a:ln>
        </p:spPr>
        <p:txBody>
          <a:bodyPr spcFirstLastPara="1" wrap="square" lIns="137150" tIns="68550" rIns="137150" bIns="68550" anchor="ctr" anchorCtr="0">
            <a:noAutofit/>
          </a:bodyPr>
          <a:lstStyle>
            <a:lvl1pPr lvl="0" algn="l">
              <a:lnSpc>
                <a:spcPct val="90000"/>
              </a:lnSpc>
              <a:spcBef>
                <a:spcPts val="0"/>
              </a:spcBef>
              <a:spcAft>
                <a:spcPts val="0"/>
              </a:spcAft>
              <a:buClr>
                <a:schemeClr val="dk1"/>
              </a:buClr>
              <a:buSzPts val="27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53" name="Google Shape;53;p20"/>
          <p:cNvSpPr txBox="1">
            <a:spLocks noGrp="1"/>
          </p:cNvSpPr>
          <p:nvPr>
            <p:ph type="body" idx="1"/>
          </p:nvPr>
        </p:nvSpPr>
        <p:spPr>
          <a:xfrm>
            <a:off x="1257300" y="2738438"/>
            <a:ext cx="7772400" cy="6526800"/>
          </a:xfrm>
          <a:prstGeom prst="rect">
            <a:avLst/>
          </a:prstGeom>
          <a:noFill/>
          <a:ln>
            <a:noFill/>
          </a:ln>
        </p:spPr>
        <p:txBody>
          <a:bodyPr spcFirstLastPara="1" wrap="square" lIns="137150" tIns="68550" rIns="137150" bIns="68550" anchor="t" anchorCtr="0">
            <a:noAutofit/>
          </a:bodyPr>
          <a:lstStyle>
            <a:lvl1pPr marL="457200" lvl="0" indent="-400050" algn="l">
              <a:lnSpc>
                <a:spcPct val="90000"/>
              </a:lnSpc>
              <a:spcBef>
                <a:spcPts val="1500"/>
              </a:spcBef>
              <a:spcAft>
                <a:spcPts val="0"/>
              </a:spcAft>
              <a:buClr>
                <a:schemeClr val="dk1"/>
              </a:buClr>
              <a:buSzPts val="2700"/>
              <a:buChar char="•"/>
              <a:defRPr/>
            </a:lvl1pPr>
            <a:lvl2pPr marL="914400" lvl="1" indent="-400050" algn="l">
              <a:lnSpc>
                <a:spcPct val="90000"/>
              </a:lnSpc>
              <a:spcBef>
                <a:spcPts val="800"/>
              </a:spcBef>
              <a:spcAft>
                <a:spcPts val="0"/>
              </a:spcAft>
              <a:buClr>
                <a:schemeClr val="dk1"/>
              </a:buClr>
              <a:buSzPts val="2700"/>
              <a:buChar char="•"/>
              <a:defRPr/>
            </a:lvl2pPr>
            <a:lvl3pPr marL="1371600" lvl="2" indent="-400050" algn="l">
              <a:lnSpc>
                <a:spcPct val="90000"/>
              </a:lnSpc>
              <a:spcBef>
                <a:spcPts val="800"/>
              </a:spcBef>
              <a:spcAft>
                <a:spcPts val="0"/>
              </a:spcAft>
              <a:buClr>
                <a:schemeClr val="dk1"/>
              </a:buClr>
              <a:buSzPts val="2700"/>
              <a:buChar char="•"/>
              <a:defRPr/>
            </a:lvl3pPr>
            <a:lvl4pPr marL="1828800" lvl="3" indent="-400050" algn="l">
              <a:lnSpc>
                <a:spcPct val="90000"/>
              </a:lnSpc>
              <a:spcBef>
                <a:spcPts val="800"/>
              </a:spcBef>
              <a:spcAft>
                <a:spcPts val="0"/>
              </a:spcAft>
              <a:buClr>
                <a:schemeClr val="dk1"/>
              </a:buClr>
              <a:buSzPts val="2700"/>
              <a:buChar char="•"/>
              <a:defRPr/>
            </a:lvl4pPr>
            <a:lvl5pPr marL="2286000" lvl="4" indent="-400050" algn="l">
              <a:lnSpc>
                <a:spcPct val="90000"/>
              </a:lnSpc>
              <a:spcBef>
                <a:spcPts val="800"/>
              </a:spcBef>
              <a:spcAft>
                <a:spcPts val="0"/>
              </a:spcAft>
              <a:buClr>
                <a:schemeClr val="dk1"/>
              </a:buClr>
              <a:buSzPts val="2700"/>
              <a:buChar char="•"/>
              <a:defRPr/>
            </a:lvl5pPr>
            <a:lvl6pPr marL="2743200" lvl="5" indent="-400050" algn="l">
              <a:lnSpc>
                <a:spcPct val="90000"/>
              </a:lnSpc>
              <a:spcBef>
                <a:spcPts val="800"/>
              </a:spcBef>
              <a:spcAft>
                <a:spcPts val="0"/>
              </a:spcAft>
              <a:buClr>
                <a:schemeClr val="dk1"/>
              </a:buClr>
              <a:buSzPts val="2700"/>
              <a:buChar char="•"/>
              <a:defRPr/>
            </a:lvl6pPr>
            <a:lvl7pPr marL="3200400" lvl="6" indent="-400050" algn="l">
              <a:lnSpc>
                <a:spcPct val="90000"/>
              </a:lnSpc>
              <a:spcBef>
                <a:spcPts val="800"/>
              </a:spcBef>
              <a:spcAft>
                <a:spcPts val="0"/>
              </a:spcAft>
              <a:buClr>
                <a:schemeClr val="dk1"/>
              </a:buClr>
              <a:buSzPts val="2700"/>
              <a:buChar char="•"/>
              <a:defRPr/>
            </a:lvl7pPr>
            <a:lvl8pPr marL="3657600" lvl="7" indent="-400050" algn="l">
              <a:lnSpc>
                <a:spcPct val="90000"/>
              </a:lnSpc>
              <a:spcBef>
                <a:spcPts val="800"/>
              </a:spcBef>
              <a:spcAft>
                <a:spcPts val="0"/>
              </a:spcAft>
              <a:buClr>
                <a:schemeClr val="dk1"/>
              </a:buClr>
              <a:buSzPts val="2700"/>
              <a:buChar char="•"/>
              <a:defRPr/>
            </a:lvl8pPr>
            <a:lvl9pPr marL="4114800" lvl="8" indent="-400050" algn="l">
              <a:lnSpc>
                <a:spcPct val="90000"/>
              </a:lnSpc>
              <a:spcBef>
                <a:spcPts val="800"/>
              </a:spcBef>
              <a:spcAft>
                <a:spcPts val="0"/>
              </a:spcAft>
              <a:buClr>
                <a:schemeClr val="dk1"/>
              </a:buClr>
              <a:buSzPts val="2700"/>
              <a:buChar char="•"/>
              <a:defRPr/>
            </a:lvl9pPr>
          </a:lstStyle>
          <a:p>
            <a:endParaRPr/>
          </a:p>
        </p:txBody>
      </p:sp>
      <p:sp>
        <p:nvSpPr>
          <p:cNvPr id="54" name="Google Shape;54;p20"/>
          <p:cNvSpPr txBox="1">
            <a:spLocks noGrp="1"/>
          </p:cNvSpPr>
          <p:nvPr>
            <p:ph type="body" idx="2"/>
          </p:nvPr>
        </p:nvSpPr>
        <p:spPr>
          <a:xfrm>
            <a:off x="9258300" y="2738438"/>
            <a:ext cx="7772400" cy="6526800"/>
          </a:xfrm>
          <a:prstGeom prst="rect">
            <a:avLst/>
          </a:prstGeom>
          <a:noFill/>
          <a:ln>
            <a:noFill/>
          </a:ln>
        </p:spPr>
        <p:txBody>
          <a:bodyPr spcFirstLastPara="1" wrap="square" lIns="137150" tIns="68550" rIns="137150" bIns="68550" anchor="t" anchorCtr="0">
            <a:noAutofit/>
          </a:bodyPr>
          <a:lstStyle>
            <a:lvl1pPr marL="457200" lvl="0" indent="-400050" algn="l">
              <a:lnSpc>
                <a:spcPct val="90000"/>
              </a:lnSpc>
              <a:spcBef>
                <a:spcPts val="1500"/>
              </a:spcBef>
              <a:spcAft>
                <a:spcPts val="0"/>
              </a:spcAft>
              <a:buClr>
                <a:schemeClr val="dk1"/>
              </a:buClr>
              <a:buSzPts val="2700"/>
              <a:buChar char="•"/>
              <a:defRPr/>
            </a:lvl1pPr>
            <a:lvl2pPr marL="914400" lvl="1" indent="-400050" algn="l">
              <a:lnSpc>
                <a:spcPct val="90000"/>
              </a:lnSpc>
              <a:spcBef>
                <a:spcPts val="800"/>
              </a:spcBef>
              <a:spcAft>
                <a:spcPts val="0"/>
              </a:spcAft>
              <a:buClr>
                <a:schemeClr val="dk1"/>
              </a:buClr>
              <a:buSzPts val="2700"/>
              <a:buChar char="•"/>
              <a:defRPr/>
            </a:lvl2pPr>
            <a:lvl3pPr marL="1371600" lvl="2" indent="-400050" algn="l">
              <a:lnSpc>
                <a:spcPct val="90000"/>
              </a:lnSpc>
              <a:spcBef>
                <a:spcPts val="800"/>
              </a:spcBef>
              <a:spcAft>
                <a:spcPts val="0"/>
              </a:spcAft>
              <a:buClr>
                <a:schemeClr val="dk1"/>
              </a:buClr>
              <a:buSzPts val="2700"/>
              <a:buChar char="•"/>
              <a:defRPr/>
            </a:lvl3pPr>
            <a:lvl4pPr marL="1828800" lvl="3" indent="-400050" algn="l">
              <a:lnSpc>
                <a:spcPct val="90000"/>
              </a:lnSpc>
              <a:spcBef>
                <a:spcPts val="800"/>
              </a:spcBef>
              <a:spcAft>
                <a:spcPts val="0"/>
              </a:spcAft>
              <a:buClr>
                <a:schemeClr val="dk1"/>
              </a:buClr>
              <a:buSzPts val="2700"/>
              <a:buChar char="•"/>
              <a:defRPr/>
            </a:lvl4pPr>
            <a:lvl5pPr marL="2286000" lvl="4" indent="-400050" algn="l">
              <a:lnSpc>
                <a:spcPct val="90000"/>
              </a:lnSpc>
              <a:spcBef>
                <a:spcPts val="800"/>
              </a:spcBef>
              <a:spcAft>
                <a:spcPts val="0"/>
              </a:spcAft>
              <a:buClr>
                <a:schemeClr val="dk1"/>
              </a:buClr>
              <a:buSzPts val="2700"/>
              <a:buChar char="•"/>
              <a:defRPr/>
            </a:lvl5pPr>
            <a:lvl6pPr marL="2743200" lvl="5" indent="-400050" algn="l">
              <a:lnSpc>
                <a:spcPct val="90000"/>
              </a:lnSpc>
              <a:spcBef>
                <a:spcPts val="800"/>
              </a:spcBef>
              <a:spcAft>
                <a:spcPts val="0"/>
              </a:spcAft>
              <a:buClr>
                <a:schemeClr val="dk1"/>
              </a:buClr>
              <a:buSzPts val="2700"/>
              <a:buChar char="•"/>
              <a:defRPr/>
            </a:lvl6pPr>
            <a:lvl7pPr marL="3200400" lvl="6" indent="-400050" algn="l">
              <a:lnSpc>
                <a:spcPct val="90000"/>
              </a:lnSpc>
              <a:spcBef>
                <a:spcPts val="800"/>
              </a:spcBef>
              <a:spcAft>
                <a:spcPts val="0"/>
              </a:spcAft>
              <a:buClr>
                <a:schemeClr val="dk1"/>
              </a:buClr>
              <a:buSzPts val="2700"/>
              <a:buChar char="•"/>
              <a:defRPr/>
            </a:lvl7pPr>
            <a:lvl8pPr marL="3657600" lvl="7" indent="-400050" algn="l">
              <a:lnSpc>
                <a:spcPct val="90000"/>
              </a:lnSpc>
              <a:spcBef>
                <a:spcPts val="800"/>
              </a:spcBef>
              <a:spcAft>
                <a:spcPts val="0"/>
              </a:spcAft>
              <a:buClr>
                <a:schemeClr val="dk1"/>
              </a:buClr>
              <a:buSzPts val="2700"/>
              <a:buChar char="•"/>
              <a:defRPr/>
            </a:lvl8pPr>
            <a:lvl9pPr marL="4114800" lvl="8" indent="-400050" algn="l">
              <a:lnSpc>
                <a:spcPct val="90000"/>
              </a:lnSpc>
              <a:spcBef>
                <a:spcPts val="800"/>
              </a:spcBef>
              <a:spcAft>
                <a:spcPts val="0"/>
              </a:spcAft>
              <a:buClr>
                <a:schemeClr val="dk1"/>
              </a:buClr>
              <a:buSzPts val="2700"/>
              <a:buChar char="•"/>
              <a:defRPr/>
            </a:lvl9pPr>
          </a:lstStyle>
          <a:p>
            <a:endParaRPr/>
          </a:p>
        </p:txBody>
      </p:sp>
      <p:sp>
        <p:nvSpPr>
          <p:cNvPr id="55" name="Google Shape;55;p20"/>
          <p:cNvSpPr txBox="1">
            <a:spLocks noGrp="1"/>
          </p:cNvSpPr>
          <p:nvPr>
            <p:ph type="dt" idx="10"/>
          </p:nvPr>
        </p:nvSpPr>
        <p:spPr>
          <a:xfrm>
            <a:off x="1257300" y="9534525"/>
            <a:ext cx="4114800" cy="547800"/>
          </a:xfrm>
          <a:prstGeom prst="rect">
            <a:avLst/>
          </a:prstGeom>
          <a:noFill/>
          <a:ln>
            <a:noFill/>
          </a:ln>
        </p:spPr>
        <p:txBody>
          <a:bodyPr spcFirstLastPara="1" wrap="square" lIns="137150" tIns="68550" rIns="137150" bIns="68550" anchor="ctr" anchorCtr="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56" name="Google Shape;56;p20"/>
          <p:cNvSpPr txBox="1">
            <a:spLocks noGrp="1"/>
          </p:cNvSpPr>
          <p:nvPr>
            <p:ph type="ftr" idx="11"/>
          </p:nvPr>
        </p:nvSpPr>
        <p:spPr>
          <a:xfrm>
            <a:off x="6057900" y="9534525"/>
            <a:ext cx="6172200" cy="547800"/>
          </a:xfrm>
          <a:prstGeom prst="rect">
            <a:avLst/>
          </a:prstGeom>
          <a:noFill/>
          <a:ln>
            <a:noFill/>
          </a:ln>
        </p:spPr>
        <p:txBody>
          <a:bodyPr spcFirstLastPara="1" wrap="square" lIns="137150" tIns="68550" rIns="137150" bIns="68550" anchor="ctr" anchorCtr="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57" name="Google Shape;57;p20"/>
          <p:cNvSpPr txBox="1">
            <a:spLocks noGrp="1"/>
          </p:cNvSpPr>
          <p:nvPr>
            <p:ph type="sldNum" idx="12"/>
          </p:nvPr>
        </p:nvSpPr>
        <p:spPr>
          <a:xfrm>
            <a:off x="12915900" y="9534525"/>
            <a:ext cx="4114800" cy="547800"/>
          </a:xfrm>
          <a:prstGeom prst="rect">
            <a:avLst/>
          </a:prstGeom>
          <a:noFill/>
          <a:ln>
            <a:noFill/>
          </a:ln>
        </p:spPr>
        <p:txBody>
          <a:bodyPr spcFirstLastPara="1" wrap="square" lIns="137150" tIns="68550" rIns="137150" bIns="68550" anchor="ctr" anchorCtr="0">
            <a:no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8"/>
        <p:cNvGrpSpPr/>
        <p:nvPr/>
      </p:nvGrpSpPr>
      <p:grpSpPr>
        <a:xfrm>
          <a:off x="0" y="0"/>
          <a:ext cx="0" cy="0"/>
          <a:chOff x="0" y="0"/>
          <a:chExt cx="0" cy="0"/>
        </a:xfrm>
      </p:grpSpPr>
      <p:sp>
        <p:nvSpPr>
          <p:cNvPr id="59" name="Google Shape;59;p21"/>
          <p:cNvSpPr txBox="1">
            <a:spLocks noGrp="1"/>
          </p:cNvSpPr>
          <p:nvPr>
            <p:ph type="title"/>
          </p:nvPr>
        </p:nvSpPr>
        <p:spPr>
          <a:xfrm>
            <a:off x="1259682" y="547688"/>
            <a:ext cx="15773400" cy="1988700"/>
          </a:xfrm>
          <a:prstGeom prst="rect">
            <a:avLst/>
          </a:prstGeom>
          <a:noFill/>
          <a:ln>
            <a:noFill/>
          </a:ln>
        </p:spPr>
        <p:txBody>
          <a:bodyPr spcFirstLastPara="1" wrap="square" lIns="137150" tIns="68550" rIns="137150" bIns="68550" anchor="ctr" anchorCtr="0">
            <a:noAutofit/>
          </a:bodyPr>
          <a:lstStyle>
            <a:lvl1pPr lvl="0" algn="l">
              <a:lnSpc>
                <a:spcPct val="90000"/>
              </a:lnSpc>
              <a:spcBef>
                <a:spcPts val="0"/>
              </a:spcBef>
              <a:spcAft>
                <a:spcPts val="0"/>
              </a:spcAft>
              <a:buClr>
                <a:schemeClr val="dk1"/>
              </a:buClr>
              <a:buSzPts val="27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60" name="Google Shape;60;p21"/>
          <p:cNvSpPr txBox="1">
            <a:spLocks noGrp="1"/>
          </p:cNvSpPr>
          <p:nvPr>
            <p:ph type="body" idx="1"/>
          </p:nvPr>
        </p:nvSpPr>
        <p:spPr>
          <a:xfrm>
            <a:off x="1259682" y="2521745"/>
            <a:ext cx="7737000" cy="1235700"/>
          </a:xfrm>
          <a:prstGeom prst="rect">
            <a:avLst/>
          </a:prstGeom>
          <a:noFill/>
          <a:ln>
            <a:noFill/>
          </a:ln>
        </p:spPr>
        <p:txBody>
          <a:bodyPr spcFirstLastPara="1" wrap="square" lIns="137150" tIns="68550" rIns="137150" bIns="68550" anchor="b" anchorCtr="0">
            <a:noAutofit/>
          </a:bodyPr>
          <a:lstStyle>
            <a:lvl1pPr marL="457200" lvl="0" indent="-228600" algn="l">
              <a:lnSpc>
                <a:spcPct val="90000"/>
              </a:lnSpc>
              <a:spcBef>
                <a:spcPts val="1500"/>
              </a:spcBef>
              <a:spcAft>
                <a:spcPts val="0"/>
              </a:spcAft>
              <a:buClr>
                <a:schemeClr val="dk1"/>
              </a:buClr>
              <a:buSzPts val="3600"/>
              <a:buNone/>
              <a:defRPr sz="3600" b="1"/>
            </a:lvl1pPr>
            <a:lvl2pPr marL="914400" lvl="1" indent="-228600" algn="l">
              <a:lnSpc>
                <a:spcPct val="90000"/>
              </a:lnSpc>
              <a:spcBef>
                <a:spcPts val="800"/>
              </a:spcBef>
              <a:spcAft>
                <a:spcPts val="0"/>
              </a:spcAft>
              <a:buClr>
                <a:schemeClr val="dk1"/>
              </a:buClr>
              <a:buSzPts val="3000"/>
              <a:buNone/>
              <a:defRPr sz="3000" b="1"/>
            </a:lvl2pPr>
            <a:lvl3pPr marL="1371600" lvl="2" indent="-228600" algn="l">
              <a:lnSpc>
                <a:spcPct val="90000"/>
              </a:lnSpc>
              <a:spcBef>
                <a:spcPts val="800"/>
              </a:spcBef>
              <a:spcAft>
                <a:spcPts val="0"/>
              </a:spcAft>
              <a:buClr>
                <a:schemeClr val="dk1"/>
              </a:buClr>
              <a:buSzPts val="2700"/>
              <a:buNone/>
              <a:defRPr sz="2700" b="1"/>
            </a:lvl3pPr>
            <a:lvl4pPr marL="1828800" lvl="3" indent="-228600" algn="l">
              <a:lnSpc>
                <a:spcPct val="90000"/>
              </a:lnSpc>
              <a:spcBef>
                <a:spcPts val="800"/>
              </a:spcBef>
              <a:spcAft>
                <a:spcPts val="0"/>
              </a:spcAft>
              <a:buClr>
                <a:schemeClr val="dk1"/>
              </a:buClr>
              <a:buSzPts val="2400"/>
              <a:buNone/>
              <a:defRPr sz="2400" b="1"/>
            </a:lvl4pPr>
            <a:lvl5pPr marL="2286000" lvl="4" indent="-228600" algn="l">
              <a:lnSpc>
                <a:spcPct val="90000"/>
              </a:lnSpc>
              <a:spcBef>
                <a:spcPts val="800"/>
              </a:spcBef>
              <a:spcAft>
                <a:spcPts val="0"/>
              </a:spcAft>
              <a:buClr>
                <a:schemeClr val="dk1"/>
              </a:buClr>
              <a:buSzPts val="2400"/>
              <a:buNone/>
              <a:defRPr sz="2400" b="1"/>
            </a:lvl5pPr>
            <a:lvl6pPr marL="2743200" lvl="5" indent="-228600" algn="l">
              <a:lnSpc>
                <a:spcPct val="90000"/>
              </a:lnSpc>
              <a:spcBef>
                <a:spcPts val="800"/>
              </a:spcBef>
              <a:spcAft>
                <a:spcPts val="0"/>
              </a:spcAft>
              <a:buClr>
                <a:schemeClr val="dk1"/>
              </a:buClr>
              <a:buSzPts val="2400"/>
              <a:buNone/>
              <a:defRPr sz="2400" b="1"/>
            </a:lvl6pPr>
            <a:lvl7pPr marL="3200400" lvl="6" indent="-228600" algn="l">
              <a:lnSpc>
                <a:spcPct val="90000"/>
              </a:lnSpc>
              <a:spcBef>
                <a:spcPts val="800"/>
              </a:spcBef>
              <a:spcAft>
                <a:spcPts val="0"/>
              </a:spcAft>
              <a:buClr>
                <a:schemeClr val="dk1"/>
              </a:buClr>
              <a:buSzPts val="2400"/>
              <a:buNone/>
              <a:defRPr sz="2400" b="1"/>
            </a:lvl7pPr>
            <a:lvl8pPr marL="3657600" lvl="7" indent="-228600" algn="l">
              <a:lnSpc>
                <a:spcPct val="90000"/>
              </a:lnSpc>
              <a:spcBef>
                <a:spcPts val="800"/>
              </a:spcBef>
              <a:spcAft>
                <a:spcPts val="0"/>
              </a:spcAft>
              <a:buClr>
                <a:schemeClr val="dk1"/>
              </a:buClr>
              <a:buSzPts val="2400"/>
              <a:buNone/>
              <a:defRPr sz="2400" b="1"/>
            </a:lvl8pPr>
            <a:lvl9pPr marL="4114800" lvl="8" indent="-228600" algn="l">
              <a:lnSpc>
                <a:spcPct val="90000"/>
              </a:lnSpc>
              <a:spcBef>
                <a:spcPts val="800"/>
              </a:spcBef>
              <a:spcAft>
                <a:spcPts val="0"/>
              </a:spcAft>
              <a:buClr>
                <a:schemeClr val="dk1"/>
              </a:buClr>
              <a:buSzPts val="2400"/>
              <a:buNone/>
              <a:defRPr sz="2400" b="1"/>
            </a:lvl9pPr>
          </a:lstStyle>
          <a:p>
            <a:endParaRPr/>
          </a:p>
        </p:txBody>
      </p:sp>
      <p:sp>
        <p:nvSpPr>
          <p:cNvPr id="61" name="Google Shape;61;p21"/>
          <p:cNvSpPr txBox="1">
            <a:spLocks noGrp="1"/>
          </p:cNvSpPr>
          <p:nvPr>
            <p:ph type="body" idx="2"/>
          </p:nvPr>
        </p:nvSpPr>
        <p:spPr>
          <a:xfrm>
            <a:off x="1259682" y="3757613"/>
            <a:ext cx="7737000" cy="5526900"/>
          </a:xfrm>
          <a:prstGeom prst="rect">
            <a:avLst/>
          </a:prstGeom>
          <a:noFill/>
          <a:ln>
            <a:noFill/>
          </a:ln>
        </p:spPr>
        <p:txBody>
          <a:bodyPr spcFirstLastPara="1" wrap="square" lIns="137150" tIns="68550" rIns="137150" bIns="68550" anchor="t" anchorCtr="0">
            <a:noAutofit/>
          </a:bodyPr>
          <a:lstStyle>
            <a:lvl1pPr marL="457200" lvl="0" indent="-400050" algn="l">
              <a:lnSpc>
                <a:spcPct val="90000"/>
              </a:lnSpc>
              <a:spcBef>
                <a:spcPts val="1500"/>
              </a:spcBef>
              <a:spcAft>
                <a:spcPts val="0"/>
              </a:spcAft>
              <a:buClr>
                <a:schemeClr val="dk1"/>
              </a:buClr>
              <a:buSzPts val="2700"/>
              <a:buChar char="•"/>
              <a:defRPr/>
            </a:lvl1pPr>
            <a:lvl2pPr marL="914400" lvl="1" indent="-400050" algn="l">
              <a:lnSpc>
                <a:spcPct val="90000"/>
              </a:lnSpc>
              <a:spcBef>
                <a:spcPts val="800"/>
              </a:spcBef>
              <a:spcAft>
                <a:spcPts val="0"/>
              </a:spcAft>
              <a:buClr>
                <a:schemeClr val="dk1"/>
              </a:buClr>
              <a:buSzPts val="2700"/>
              <a:buChar char="•"/>
              <a:defRPr/>
            </a:lvl2pPr>
            <a:lvl3pPr marL="1371600" lvl="2" indent="-400050" algn="l">
              <a:lnSpc>
                <a:spcPct val="90000"/>
              </a:lnSpc>
              <a:spcBef>
                <a:spcPts val="800"/>
              </a:spcBef>
              <a:spcAft>
                <a:spcPts val="0"/>
              </a:spcAft>
              <a:buClr>
                <a:schemeClr val="dk1"/>
              </a:buClr>
              <a:buSzPts val="2700"/>
              <a:buChar char="•"/>
              <a:defRPr/>
            </a:lvl3pPr>
            <a:lvl4pPr marL="1828800" lvl="3" indent="-400050" algn="l">
              <a:lnSpc>
                <a:spcPct val="90000"/>
              </a:lnSpc>
              <a:spcBef>
                <a:spcPts val="800"/>
              </a:spcBef>
              <a:spcAft>
                <a:spcPts val="0"/>
              </a:spcAft>
              <a:buClr>
                <a:schemeClr val="dk1"/>
              </a:buClr>
              <a:buSzPts val="2700"/>
              <a:buChar char="•"/>
              <a:defRPr/>
            </a:lvl4pPr>
            <a:lvl5pPr marL="2286000" lvl="4" indent="-400050" algn="l">
              <a:lnSpc>
                <a:spcPct val="90000"/>
              </a:lnSpc>
              <a:spcBef>
                <a:spcPts val="800"/>
              </a:spcBef>
              <a:spcAft>
                <a:spcPts val="0"/>
              </a:spcAft>
              <a:buClr>
                <a:schemeClr val="dk1"/>
              </a:buClr>
              <a:buSzPts val="2700"/>
              <a:buChar char="•"/>
              <a:defRPr/>
            </a:lvl5pPr>
            <a:lvl6pPr marL="2743200" lvl="5" indent="-400050" algn="l">
              <a:lnSpc>
                <a:spcPct val="90000"/>
              </a:lnSpc>
              <a:spcBef>
                <a:spcPts val="800"/>
              </a:spcBef>
              <a:spcAft>
                <a:spcPts val="0"/>
              </a:spcAft>
              <a:buClr>
                <a:schemeClr val="dk1"/>
              </a:buClr>
              <a:buSzPts val="2700"/>
              <a:buChar char="•"/>
              <a:defRPr/>
            </a:lvl6pPr>
            <a:lvl7pPr marL="3200400" lvl="6" indent="-400050" algn="l">
              <a:lnSpc>
                <a:spcPct val="90000"/>
              </a:lnSpc>
              <a:spcBef>
                <a:spcPts val="800"/>
              </a:spcBef>
              <a:spcAft>
                <a:spcPts val="0"/>
              </a:spcAft>
              <a:buClr>
                <a:schemeClr val="dk1"/>
              </a:buClr>
              <a:buSzPts val="2700"/>
              <a:buChar char="•"/>
              <a:defRPr/>
            </a:lvl7pPr>
            <a:lvl8pPr marL="3657600" lvl="7" indent="-400050" algn="l">
              <a:lnSpc>
                <a:spcPct val="90000"/>
              </a:lnSpc>
              <a:spcBef>
                <a:spcPts val="800"/>
              </a:spcBef>
              <a:spcAft>
                <a:spcPts val="0"/>
              </a:spcAft>
              <a:buClr>
                <a:schemeClr val="dk1"/>
              </a:buClr>
              <a:buSzPts val="2700"/>
              <a:buChar char="•"/>
              <a:defRPr/>
            </a:lvl8pPr>
            <a:lvl9pPr marL="4114800" lvl="8" indent="-400050" algn="l">
              <a:lnSpc>
                <a:spcPct val="90000"/>
              </a:lnSpc>
              <a:spcBef>
                <a:spcPts val="800"/>
              </a:spcBef>
              <a:spcAft>
                <a:spcPts val="0"/>
              </a:spcAft>
              <a:buClr>
                <a:schemeClr val="dk1"/>
              </a:buClr>
              <a:buSzPts val="2700"/>
              <a:buChar char="•"/>
              <a:defRPr/>
            </a:lvl9pPr>
          </a:lstStyle>
          <a:p>
            <a:endParaRPr/>
          </a:p>
        </p:txBody>
      </p:sp>
      <p:sp>
        <p:nvSpPr>
          <p:cNvPr id="62" name="Google Shape;62;p21"/>
          <p:cNvSpPr txBox="1">
            <a:spLocks noGrp="1"/>
          </p:cNvSpPr>
          <p:nvPr>
            <p:ph type="body" idx="3"/>
          </p:nvPr>
        </p:nvSpPr>
        <p:spPr>
          <a:xfrm>
            <a:off x="9258300" y="2521745"/>
            <a:ext cx="7774500" cy="1235700"/>
          </a:xfrm>
          <a:prstGeom prst="rect">
            <a:avLst/>
          </a:prstGeom>
          <a:noFill/>
          <a:ln>
            <a:noFill/>
          </a:ln>
        </p:spPr>
        <p:txBody>
          <a:bodyPr spcFirstLastPara="1" wrap="square" lIns="137150" tIns="68550" rIns="137150" bIns="68550" anchor="b" anchorCtr="0">
            <a:noAutofit/>
          </a:bodyPr>
          <a:lstStyle>
            <a:lvl1pPr marL="457200" lvl="0" indent="-228600" algn="l">
              <a:lnSpc>
                <a:spcPct val="90000"/>
              </a:lnSpc>
              <a:spcBef>
                <a:spcPts val="1500"/>
              </a:spcBef>
              <a:spcAft>
                <a:spcPts val="0"/>
              </a:spcAft>
              <a:buClr>
                <a:schemeClr val="dk1"/>
              </a:buClr>
              <a:buSzPts val="3600"/>
              <a:buNone/>
              <a:defRPr sz="3600" b="1"/>
            </a:lvl1pPr>
            <a:lvl2pPr marL="914400" lvl="1" indent="-228600" algn="l">
              <a:lnSpc>
                <a:spcPct val="90000"/>
              </a:lnSpc>
              <a:spcBef>
                <a:spcPts val="800"/>
              </a:spcBef>
              <a:spcAft>
                <a:spcPts val="0"/>
              </a:spcAft>
              <a:buClr>
                <a:schemeClr val="dk1"/>
              </a:buClr>
              <a:buSzPts val="3000"/>
              <a:buNone/>
              <a:defRPr sz="3000" b="1"/>
            </a:lvl2pPr>
            <a:lvl3pPr marL="1371600" lvl="2" indent="-228600" algn="l">
              <a:lnSpc>
                <a:spcPct val="90000"/>
              </a:lnSpc>
              <a:spcBef>
                <a:spcPts val="800"/>
              </a:spcBef>
              <a:spcAft>
                <a:spcPts val="0"/>
              </a:spcAft>
              <a:buClr>
                <a:schemeClr val="dk1"/>
              </a:buClr>
              <a:buSzPts val="2700"/>
              <a:buNone/>
              <a:defRPr sz="2700" b="1"/>
            </a:lvl3pPr>
            <a:lvl4pPr marL="1828800" lvl="3" indent="-228600" algn="l">
              <a:lnSpc>
                <a:spcPct val="90000"/>
              </a:lnSpc>
              <a:spcBef>
                <a:spcPts val="800"/>
              </a:spcBef>
              <a:spcAft>
                <a:spcPts val="0"/>
              </a:spcAft>
              <a:buClr>
                <a:schemeClr val="dk1"/>
              </a:buClr>
              <a:buSzPts val="2400"/>
              <a:buNone/>
              <a:defRPr sz="2400" b="1"/>
            </a:lvl4pPr>
            <a:lvl5pPr marL="2286000" lvl="4" indent="-228600" algn="l">
              <a:lnSpc>
                <a:spcPct val="90000"/>
              </a:lnSpc>
              <a:spcBef>
                <a:spcPts val="800"/>
              </a:spcBef>
              <a:spcAft>
                <a:spcPts val="0"/>
              </a:spcAft>
              <a:buClr>
                <a:schemeClr val="dk1"/>
              </a:buClr>
              <a:buSzPts val="2400"/>
              <a:buNone/>
              <a:defRPr sz="2400" b="1"/>
            </a:lvl5pPr>
            <a:lvl6pPr marL="2743200" lvl="5" indent="-228600" algn="l">
              <a:lnSpc>
                <a:spcPct val="90000"/>
              </a:lnSpc>
              <a:spcBef>
                <a:spcPts val="800"/>
              </a:spcBef>
              <a:spcAft>
                <a:spcPts val="0"/>
              </a:spcAft>
              <a:buClr>
                <a:schemeClr val="dk1"/>
              </a:buClr>
              <a:buSzPts val="2400"/>
              <a:buNone/>
              <a:defRPr sz="2400" b="1"/>
            </a:lvl6pPr>
            <a:lvl7pPr marL="3200400" lvl="6" indent="-228600" algn="l">
              <a:lnSpc>
                <a:spcPct val="90000"/>
              </a:lnSpc>
              <a:spcBef>
                <a:spcPts val="800"/>
              </a:spcBef>
              <a:spcAft>
                <a:spcPts val="0"/>
              </a:spcAft>
              <a:buClr>
                <a:schemeClr val="dk1"/>
              </a:buClr>
              <a:buSzPts val="2400"/>
              <a:buNone/>
              <a:defRPr sz="2400" b="1"/>
            </a:lvl7pPr>
            <a:lvl8pPr marL="3657600" lvl="7" indent="-228600" algn="l">
              <a:lnSpc>
                <a:spcPct val="90000"/>
              </a:lnSpc>
              <a:spcBef>
                <a:spcPts val="800"/>
              </a:spcBef>
              <a:spcAft>
                <a:spcPts val="0"/>
              </a:spcAft>
              <a:buClr>
                <a:schemeClr val="dk1"/>
              </a:buClr>
              <a:buSzPts val="2400"/>
              <a:buNone/>
              <a:defRPr sz="2400" b="1"/>
            </a:lvl8pPr>
            <a:lvl9pPr marL="4114800" lvl="8" indent="-228600" algn="l">
              <a:lnSpc>
                <a:spcPct val="90000"/>
              </a:lnSpc>
              <a:spcBef>
                <a:spcPts val="800"/>
              </a:spcBef>
              <a:spcAft>
                <a:spcPts val="0"/>
              </a:spcAft>
              <a:buClr>
                <a:schemeClr val="dk1"/>
              </a:buClr>
              <a:buSzPts val="2400"/>
              <a:buNone/>
              <a:defRPr sz="2400" b="1"/>
            </a:lvl9pPr>
          </a:lstStyle>
          <a:p>
            <a:endParaRPr/>
          </a:p>
        </p:txBody>
      </p:sp>
      <p:sp>
        <p:nvSpPr>
          <p:cNvPr id="63" name="Google Shape;63;p21"/>
          <p:cNvSpPr txBox="1">
            <a:spLocks noGrp="1"/>
          </p:cNvSpPr>
          <p:nvPr>
            <p:ph type="body" idx="4"/>
          </p:nvPr>
        </p:nvSpPr>
        <p:spPr>
          <a:xfrm>
            <a:off x="9258300" y="3757613"/>
            <a:ext cx="7774500" cy="5526900"/>
          </a:xfrm>
          <a:prstGeom prst="rect">
            <a:avLst/>
          </a:prstGeom>
          <a:noFill/>
          <a:ln>
            <a:noFill/>
          </a:ln>
        </p:spPr>
        <p:txBody>
          <a:bodyPr spcFirstLastPara="1" wrap="square" lIns="137150" tIns="68550" rIns="137150" bIns="68550" anchor="t" anchorCtr="0">
            <a:noAutofit/>
          </a:bodyPr>
          <a:lstStyle>
            <a:lvl1pPr marL="457200" lvl="0" indent="-400050" algn="l">
              <a:lnSpc>
                <a:spcPct val="90000"/>
              </a:lnSpc>
              <a:spcBef>
                <a:spcPts val="1500"/>
              </a:spcBef>
              <a:spcAft>
                <a:spcPts val="0"/>
              </a:spcAft>
              <a:buClr>
                <a:schemeClr val="dk1"/>
              </a:buClr>
              <a:buSzPts val="2700"/>
              <a:buChar char="•"/>
              <a:defRPr/>
            </a:lvl1pPr>
            <a:lvl2pPr marL="914400" lvl="1" indent="-400050" algn="l">
              <a:lnSpc>
                <a:spcPct val="90000"/>
              </a:lnSpc>
              <a:spcBef>
                <a:spcPts val="800"/>
              </a:spcBef>
              <a:spcAft>
                <a:spcPts val="0"/>
              </a:spcAft>
              <a:buClr>
                <a:schemeClr val="dk1"/>
              </a:buClr>
              <a:buSzPts val="2700"/>
              <a:buChar char="•"/>
              <a:defRPr/>
            </a:lvl2pPr>
            <a:lvl3pPr marL="1371600" lvl="2" indent="-400050" algn="l">
              <a:lnSpc>
                <a:spcPct val="90000"/>
              </a:lnSpc>
              <a:spcBef>
                <a:spcPts val="800"/>
              </a:spcBef>
              <a:spcAft>
                <a:spcPts val="0"/>
              </a:spcAft>
              <a:buClr>
                <a:schemeClr val="dk1"/>
              </a:buClr>
              <a:buSzPts val="2700"/>
              <a:buChar char="•"/>
              <a:defRPr/>
            </a:lvl3pPr>
            <a:lvl4pPr marL="1828800" lvl="3" indent="-400050" algn="l">
              <a:lnSpc>
                <a:spcPct val="90000"/>
              </a:lnSpc>
              <a:spcBef>
                <a:spcPts val="800"/>
              </a:spcBef>
              <a:spcAft>
                <a:spcPts val="0"/>
              </a:spcAft>
              <a:buClr>
                <a:schemeClr val="dk1"/>
              </a:buClr>
              <a:buSzPts val="2700"/>
              <a:buChar char="•"/>
              <a:defRPr/>
            </a:lvl4pPr>
            <a:lvl5pPr marL="2286000" lvl="4" indent="-400050" algn="l">
              <a:lnSpc>
                <a:spcPct val="90000"/>
              </a:lnSpc>
              <a:spcBef>
                <a:spcPts val="800"/>
              </a:spcBef>
              <a:spcAft>
                <a:spcPts val="0"/>
              </a:spcAft>
              <a:buClr>
                <a:schemeClr val="dk1"/>
              </a:buClr>
              <a:buSzPts val="2700"/>
              <a:buChar char="•"/>
              <a:defRPr/>
            </a:lvl5pPr>
            <a:lvl6pPr marL="2743200" lvl="5" indent="-400050" algn="l">
              <a:lnSpc>
                <a:spcPct val="90000"/>
              </a:lnSpc>
              <a:spcBef>
                <a:spcPts val="800"/>
              </a:spcBef>
              <a:spcAft>
                <a:spcPts val="0"/>
              </a:spcAft>
              <a:buClr>
                <a:schemeClr val="dk1"/>
              </a:buClr>
              <a:buSzPts val="2700"/>
              <a:buChar char="•"/>
              <a:defRPr/>
            </a:lvl6pPr>
            <a:lvl7pPr marL="3200400" lvl="6" indent="-400050" algn="l">
              <a:lnSpc>
                <a:spcPct val="90000"/>
              </a:lnSpc>
              <a:spcBef>
                <a:spcPts val="800"/>
              </a:spcBef>
              <a:spcAft>
                <a:spcPts val="0"/>
              </a:spcAft>
              <a:buClr>
                <a:schemeClr val="dk1"/>
              </a:buClr>
              <a:buSzPts val="2700"/>
              <a:buChar char="•"/>
              <a:defRPr/>
            </a:lvl7pPr>
            <a:lvl8pPr marL="3657600" lvl="7" indent="-400050" algn="l">
              <a:lnSpc>
                <a:spcPct val="90000"/>
              </a:lnSpc>
              <a:spcBef>
                <a:spcPts val="800"/>
              </a:spcBef>
              <a:spcAft>
                <a:spcPts val="0"/>
              </a:spcAft>
              <a:buClr>
                <a:schemeClr val="dk1"/>
              </a:buClr>
              <a:buSzPts val="2700"/>
              <a:buChar char="•"/>
              <a:defRPr/>
            </a:lvl8pPr>
            <a:lvl9pPr marL="4114800" lvl="8" indent="-400050" algn="l">
              <a:lnSpc>
                <a:spcPct val="90000"/>
              </a:lnSpc>
              <a:spcBef>
                <a:spcPts val="800"/>
              </a:spcBef>
              <a:spcAft>
                <a:spcPts val="0"/>
              </a:spcAft>
              <a:buClr>
                <a:schemeClr val="dk1"/>
              </a:buClr>
              <a:buSzPts val="2700"/>
              <a:buChar char="•"/>
              <a:defRPr/>
            </a:lvl9pPr>
          </a:lstStyle>
          <a:p>
            <a:endParaRPr/>
          </a:p>
        </p:txBody>
      </p:sp>
      <p:sp>
        <p:nvSpPr>
          <p:cNvPr id="64" name="Google Shape;64;p21"/>
          <p:cNvSpPr txBox="1">
            <a:spLocks noGrp="1"/>
          </p:cNvSpPr>
          <p:nvPr>
            <p:ph type="dt" idx="10"/>
          </p:nvPr>
        </p:nvSpPr>
        <p:spPr>
          <a:xfrm>
            <a:off x="1257300" y="9534525"/>
            <a:ext cx="4114800" cy="547800"/>
          </a:xfrm>
          <a:prstGeom prst="rect">
            <a:avLst/>
          </a:prstGeom>
          <a:noFill/>
          <a:ln>
            <a:noFill/>
          </a:ln>
        </p:spPr>
        <p:txBody>
          <a:bodyPr spcFirstLastPara="1" wrap="square" lIns="137150" tIns="68550" rIns="137150" bIns="68550" anchor="ctr" anchorCtr="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65" name="Google Shape;65;p21"/>
          <p:cNvSpPr txBox="1">
            <a:spLocks noGrp="1"/>
          </p:cNvSpPr>
          <p:nvPr>
            <p:ph type="ftr" idx="11"/>
          </p:nvPr>
        </p:nvSpPr>
        <p:spPr>
          <a:xfrm>
            <a:off x="6057900" y="9534525"/>
            <a:ext cx="6172200" cy="547800"/>
          </a:xfrm>
          <a:prstGeom prst="rect">
            <a:avLst/>
          </a:prstGeom>
          <a:noFill/>
          <a:ln>
            <a:noFill/>
          </a:ln>
        </p:spPr>
        <p:txBody>
          <a:bodyPr spcFirstLastPara="1" wrap="square" lIns="137150" tIns="68550" rIns="137150" bIns="68550" anchor="ctr" anchorCtr="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66" name="Google Shape;66;p21"/>
          <p:cNvSpPr txBox="1">
            <a:spLocks noGrp="1"/>
          </p:cNvSpPr>
          <p:nvPr>
            <p:ph type="sldNum" idx="12"/>
          </p:nvPr>
        </p:nvSpPr>
        <p:spPr>
          <a:xfrm>
            <a:off x="12915900" y="9534525"/>
            <a:ext cx="4114800" cy="547800"/>
          </a:xfrm>
          <a:prstGeom prst="rect">
            <a:avLst/>
          </a:prstGeom>
          <a:noFill/>
          <a:ln>
            <a:noFill/>
          </a:ln>
        </p:spPr>
        <p:txBody>
          <a:bodyPr spcFirstLastPara="1" wrap="square" lIns="137150" tIns="68550" rIns="137150" bIns="68550" anchor="ctr" anchorCtr="0">
            <a:no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7"/>
        <p:cNvGrpSpPr/>
        <p:nvPr/>
      </p:nvGrpSpPr>
      <p:grpSpPr>
        <a:xfrm>
          <a:off x="0" y="0"/>
          <a:ext cx="0" cy="0"/>
          <a:chOff x="0" y="0"/>
          <a:chExt cx="0" cy="0"/>
        </a:xfrm>
      </p:grpSpPr>
      <p:sp>
        <p:nvSpPr>
          <p:cNvPr id="68" name="Google Shape;68;p22"/>
          <p:cNvSpPr txBox="1">
            <a:spLocks noGrp="1"/>
          </p:cNvSpPr>
          <p:nvPr>
            <p:ph type="title"/>
          </p:nvPr>
        </p:nvSpPr>
        <p:spPr>
          <a:xfrm>
            <a:off x="1257300" y="547688"/>
            <a:ext cx="15773400" cy="1988700"/>
          </a:xfrm>
          <a:prstGeom prst="rect">
            <a:avLst/>
          </a:prstGeom>
          <a:noFill/>
          <a:ln>
            <a:noFill/>
          </a:ln>
        </p:spPr>
        <p:txBody>
          <a:bodyPr spcFirstLastPara="1" wrap="square" lIns="137150" tIns="68550" rIns="137150" bIns="68550" anchor="ctr" anchorCtr="0">
            <a:noAutofit/>
          </a:bodyPr>
          <a:lstStyle>
            <a:lvl1pPr lvl="0" algn="l">
              <a:lnSpc>
                <a:spcPct val="90000"/>
              </a:lnSpc>
              <a:spcBef>
                <a:spcPts val="0"/>
              </a:spcBef>
              <a:spcAft>
                <a:spcPts val="0"/>
              </a:spcAft>
              <a:buClr>
                <a:schemeClr val="dk1"/>
              </a:buClr>
              <a:buSzPts val="27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69" name="Google Shape;69;p22"/>
          <p:cNvSpPr txBox="1">
            <a:spLocks noGrp="1"/>
          </p:cNvSpPr>
          <p:nvPr>
            <p:ph type="dt" idx="10"/>
          </p:nvPr>
        </p:nvSpPr>
        <p:spPr>
          <a:xfrm>
            <a:off x="1257300" y="9534525"/>
            <a:ext cx="4114800" cy="547800"/>
          </a:xfrm>
          <a:prstGeom prst="rect">
            <a:avLst/>
          </a:prstGeom>
          <a:noFill/>
          <a:ln>
            <a:noFill/>
          </a:ln>
        </p:spPr>
        <p:txBody>
          <a:bodyPr spcFirstLastPara="1" wrap="square" lIns="137150" tIns="68550" rIns="137150" bIns="68550" anchor="ctr" anchorCtr="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70" name="Google Shape;70;p22"/>
          <p:cNvSpPr txBox="1">
            <a:spLocks noGrp="1"/>
          </p:cNvSpPr>
          <p:nvPr>
            <p:ph type="ftr" idx="11"/>
          </p:nvPr>
        </p:nvSpPr>
        <p:spPr>
          <a:xfrm>
            <a:off x="6057900" y="9534525"/>
            <a:ext cx="6172200" cy="547800"/>
          </a:xfrm>
          <a:prstGeom prst="rect">
            <a:avLst/>
          </a:prstGeom>
          <a:noFill/>
          <a:ln>
            <a:noFill/>
          </a:ln>
        </p:spPr>
        <p:txBody>
          <a:bodyPr spcFirstLastPara="1" wrap="square" lIns="137150" tIns="68550" rIns="137150" bIns="68550" anchor="ctr" anchorCtr="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71" name="Google Shape;71;p22"/>
          <p:cNvSpPr txBox="1">
            <a:spLocks noGrp="1"/>
          </p:cNvSpPr>
          <p:nvPr>
            <p:ph type="sldNum" idx="12"/>
          </p:nvPr>
        </p:nvSpPr>
        <p:spPr>
          <a:xfrm>
            <a:off x="12915900" y="9534525"/>
            <a:ext cx="4114800" cy="547800"/>
          </a:xfrm>
          <a:prstGeom prst="rect">
            <a:avLst/>
          </a:prstGeom>
          <a:noFill/>
          <a:ln>
            <a:noFill/>
          </a:ln>
        </p:spPr>
        <p:txBody>
          <a:bodyPr spcFirstLastPara="1" wrap="square" lIns="137150" tIns="68550" rIns="137150" bIns="68550" anchor="ctr" anchorCtr="0">
            <a:no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2"/>
        <p:cNvGrpSpPr/>
        <p:nvPr/>
      </p:nvGrpSpPr>
      <p:grpSpPr>
        <a:xfrm>
          <a:off x="0" y="0"/>
          <a:ext cx="0" cy="0"/>
          <a:chOff x="0" y="0"/>
          <a:chExt cx="0" cy="0"/>
        </a:xfrm>
      </p:grpSpPr>
      <p:sp>
        <p:nvSpPr>
          <p:cNvPr id="73" name="Google Shape;73;p23"/>
          <p:cNvSpPr txBox="1">
            <a:spLocks noGrp="1"/>
          </p:cNvSpPr>
          <p:nvPr>
            <p:ph type="dt" idx="10"/>
          </p:nvPr>
        </p:nvSpPr>
        <p:spPr>
          <a:xfrm>
            <a:off x="1257300" y="9534525"/>
            <a:ext cx="4114800" cy="547800"/>
          </a:xfrm>
          <a:prstGeom prst="rect">
            <a:avLst/>
          </a:prstGeom>
          <a:noFill/>
          <a:ln>
            <a:noFill/>
          </a:ln>
        </p:spPr>
        <p:txBody>
          <a:bodyPr spcFirstLastPara="1" wrap="square" lIns="137150" tIns="68550" rIns="137150" bIns="68550" anchor="ctr" anchorCtr="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74" name="Google Shape;74;p23"/>
          <p:cNvSpPr txBox="1">
            <a:spLocks noGrp="1"/>
          </p:cNvSpPr>
          <p:nvPr>
            <p:ph type="ftr" idx="11"/>
          </p:nvPr>
        </p:nvSpPr>
        <p:spPr>
          <a:xfrm>
            <a:off x="6057900" y="9534525"/>
            <a:ext cx="6172200" cy="547800"/>
          </a:xfrm>
          <a:prstGeom prst="rect">
            <a:avLst/>
          </a:prstGeom>
          <a:noFill/>
          <a:ln>
            <a:noFill/>
          </a:ln>
        </p:spPr>
        <p:txBody>
          <a:bodyPr spcFirstLastPara="1" wrap="square" lIns="137150" tIns="68550" rIns="137150" bIns="68550" anchor="ctr" anchorCtr="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75" name="Google Shape;75;p23"/>
          <p:cNvSpPr txBox="1">
            <a:spLocks noGrp="1"/>
          </p:cNvSpPr>
          <p:nvPr>
            <p:ph type="sldNum" idx="12"/>
          </p:nvPr>
        </p:nvSpPr>
        <p:spPr>
          <a:xfrm>
            <a:off x="12915900" y="9534525"/>
            <a:ext cx="4114800" cy="547800"/>
          </a:xfrm>
          <a:prstGeom prst="rect">
            <a:avLst/>
          </a:prstGeom>
          <a:noFill/>
          <a:ln>
            <a:noFill/>
          </a:ln>
        </p:spPr>
        <p:txBody>
          <a:bodyPr spcFirstLastPara="1" wrap="square" lIns="137150" tIns="68550" rIns="137150" bIns="68550" anchor="ctr" anchorCtr="0">
            <a:no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6"/>
        <p:cNvGrpSpPr/>
        <p:nvPr/>
      </p:nvGrpSpPr>
      <p:grpSpPr>
        <a:xfrm>
          <a:off x="0" y="0"/>
          <a:ext cx="0" cy="0"/>
          <a:chOff x="0" y="0"/>
          <a:chExt cx="0" cy="0"/>
        </a:xfrm>
      </p:grpSpPr>
      <p:sp>
        <p:nvSpPr>
          <p:cNvPr id="77" name="Google Shape;77;p24"/>
          <p:cNvSpPr txBox="1">
            <a:spLocks noGrp="1"/>
          </p:cNvSpPr>
          <p:nvPr>
            <p:ph type="title"/>
          </p:nvPr>
        </p:nvSpPr>
        <p:spPr>
          <a:xfrm>
            <a:off x="1259682" y="685800"/>
            <a:ext cx="5898300" cy="2400300"/>
          </a:xfrm>
          <a:prstGeom prst="rect">
            <a:avLst/>
          </a:prstGeom>
          <a:noFill/>
          <a:ln>
            <a:noFill/>
          </a:ln>
        </p:spPr>
        <p:txBody>
          <a:bodyPr spcFirstLastPara="1" wrap="square" lIns="137150" tIns="68550" rIns="137150" bIns="68550" anchor="b" anchorCtr="0">
            <a:noAutofit/>
          </a:bodyPr>
          <a:lstStyle>
            <a:lvl1pPr lvl="0" algn="l">
              <a:lnSpc>
                <a:spcPct val="90000"/>
              </a:lnSpc>
              <a:spcBef>
                <a:spcPts val="0"/>
              </a:spcBef>
              <a:spcAft>
                <a:spcPts val="0"/>
              </a:spcAft>
              <a:buClr>
                <a:schemeClr val="dk1"/>
              </a:buClr>
              <a:buSzPts val="4800"/>
              <a:buFont typeface="Calibri"/>
              <a:buNone/>
              <a:defRPr sz="4800"/>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78" name="Google Shape;78;p24"/>
          <p:cNvSpPr txBox="1">
            <a:spLocks noGrp="1"/>
          </p:cNvSpPr>
          <p:nvPr>
            <p:ph type="body" idx="1"/>
          </p:nvPr>
        </p:nvSpPr>
        <p:spPr>
          <a:xfrm>
            <a:off x="7774782" y="1481138"/>
            <a:ext cx="9258300" cy="7310400"/>
          </a:xfrm>
          <a:prstGeom prst="rect">
            <a:avLst/>
          </a:prstGeom>
          <a:noFill/>
          <a:ln>
            <a:noFill/>
          </a:ln>
        </p:spPr>
        <p:txBody>
          <a:bodyPr spcFirstLastPara="1" wrap="square" lIns="137150" tIns="68550" rIns="137150" bIns="68550" anchor="t" anchorCtr="0">
            <a:noAutofit/>
          </a:bodyPr>
          <a:lstStyle>
            <a:lvl1pPr marL="457200" lvl="0" indent="-533400" algn="l">
              <a:lnSpc>
                <a:spcPct val="90000"/>
              </a:lnSpc>
              <a:spcBef>
                <a:spcPts val="1500"/>
              </a:spcBef>
              <a:spcAft>
                <a:spcPts val="0"/>
              </a:spcAft>
              <a:buClr>
                <a:schemeClr val="dk1"/>
              </a:buClr>
              <a:buSzPts val="4800"/>
              <a:buChar char="•"/>
              <a:defRPr sz="4800"/>
            </a:lvl1pPr>
            <a:lvl2pPr marL="914400" lvl="1" indent="-495300" algn="l">
              <a:lnSpc>
                <a:spcPct val="90000"/>
              </a:lnSpc>
              <a:spcBef>
                <a:spcPts val="800"/>
              </a:spcBef>
              <a:spcAft>
                <a:spcPts val="0"/>
              </a:spcAft>
              <a:buClr>
                <a:schemeClr val="dk1"/>
              </a:buClr>
              <a:buSzPts val="4200"/>
              <a:buChar char="•"/>
              <a:defRPr sz="4200"/>
            </a:lvl2pPr>
            <a:lvl3pPr marL="1371600" lvl="2" indent="-457200" algn="l">
              <a:lnSpc>
                <a:spcPct val="90000"/>
              </a:lnSpc>
              <a:spcBef>
                <a:spcPts val="800"/>
              </a:spcBef>
              <a:spcAft>
                <a:spcPts val="0"/>
              </a:spcAft>
              <a:buClr>
                <a:schemeClr val="dk1"/>
              </a:buClr>
              <a:buSzPts val="3600"/>
              <a:buChar char="•"/>
              <a:defRPr sz="3600"/>
            </a:lvl3pPr>
            <a:lvl4pPr marL="1828800" lvl="3" indent="-419100" algn="l">
              <a:lnSpc>
                <a:spcPct val="90000"/>
              </a:lnSpc>
              <a:spcBef>
                <a:spcPts val="800"/>
              </a:spcBef>
              <a:spcAft>
                <a:spcPts val="0"/>
              </a:spcAft>
              <a:buClr>
                <a:schemeClr val="dk1"/>
              </a:buClr>
              <a:buSzPts val="3000"/>
              <a:buChar char="•"/>
              <a:defRPr sz="3000"/>
            </a:lvl4pPr>
            <a:lvl5pPr marL="2286000" lvl="4" indent="-419100" algn="l">
              <a:lnSpc>
                <a:spcPct val="90000"/>
              </a:lnSpc>
              <a:spcBef>
                <a:spcPts val="800"/>
              </a:spcBef>
              <a:spcAft>
                <a:spcPts val="0"/>
              </a:spcAft>
              <a:buClr>
                <a:schemeClr val="dk1"/>
              </a:buClr>
              <a:buSzPts val="3000"/>
              <a:buChar char="•"/>
              <a:defRPr sz="3000"/>
            </a:lvl5pPr>
            <a:lvl6pPr marL="2743200" lvl="5" indent="-419100" algn="l">
              <a:lnSpc>
                <a:spcPct val="90000"/>
              </a:lnSpc>
              <a:spcBef>
                <a:spcPts val="800"/>
              </a:spcBef>
              <a:spcAft>
                <a:spcPts val="0"/>
              </a:spcAft>
              <a:buClr>
                <a:schemeClr val="dk1"/>
              </a:buClr>
              <a:buSzPts val="3000"/>
              <a:buChar char="•"/>
              <a:defRPr sz="3000"/>
            </a:lvl6pPr>
            <a:lvl7pPr marL="3200400" lvl="6" indent="-419100" algn="l">
              <a:lnSpc>
                <a:spcPct val="90000"/>
              </a:lnSpc>
              <a:spcBef>
                <a:spcPts val="800"/>
              </a:spcBef>
              <a:spcAft>
                <a:spcPts val="0"/>
              </a:spcAft>
              <a:buClr>
                <a:schemeClr val="dk1"/>
              </a:buClr>
              <a:buSzPts val="3000"/>
              <a:buChar char="•"/>
              <a:defRPr sz="3000"/>
            </a:lvl7pPr>
            <a:lvl8pPr marL="3657600" lvl="7" indent="-419100" algn="l">
              <a:lnSpc>
                <a:spcPct val="90000"/>
              </a:lnSpc>
              <a:spcBef>
                <a:spcPts val="800"/>
              </a:spcBef>
              <a:spcAft>
                <a:spcPts val="0"/>
              </a:spcAft>
              <a:buClr>
                <a:schemeClr val="dk1"/>
              </a:buClr>
              <a:buSzPts val="3000"/>
              <a:buChar char="•"/>
              <a:defRPr sz="3000"/>
            </a:lvl8pPr>
            <a:lvl9pPr marL="4114800" lvl="8" indent="-419100" algn="l">
              <a:lnSpc>
                <a:spcPct val="90000"/>
              </a:lnSpc>
              <a:spcBef>
                <a:spcPts val="800"/>
              </a:spcBef>
              <a:spcAft>
                <a:spcPts val="0"/>
              </a:spcAft>
              <a:buClr>
                <a:schemeClr val="dk1"/>
              </a:buClr>
              <a:buSzPts val="3000"/>
              <a:buChar char="•"/>
              <a:defRPr sz="3000"/>
            </a:lvl9pPr>
          </a:lstStyle>
          <a:p>
            <a:endParaRPr/>
          </a:p>
        </p:txBody>
      </p:sp>
      <p:sp>
        <p:nvSpPr>
          <p:cNvPr id="79" name="Google Shape;79;p24"/>
          <p:cNvSpPr txBox="1">
            <a:spLocks noGrp="1"/>
          </p:cNvSpPr>
          <p:nvPr>
            <p:ph type="body" idx="2"/>
          </p:nvPr>
        </p:nvSpPr>
        <p:spPr>
          <a:xfrm>
            <a:off x="1259682" y="3086100"/>
            <a:ext cx="5898300" cy="5717400"/>
          </a:xfrm>
          <a:prstGeom prst="rect">
            <a:avLst/>
          </a:prstGeom>
          <a:noFill/>
          <a:ln>
            <a:noFill/>
          </a:ln>
        </p:spPr>
        <p:txBody>
          <a:bodyPr spcFirstLastPara="1" wrap="square" lIns="137150" tIns="68550" rIns="137150" bIns="68550" anchor="t" anchorCtr="0">
            <a:noAutofit/>
          </a:bodyPr>
          <a:lstStyle>
            <a:lvl1pPr marL="457200" lvl="0" indent="-228600" algn="l">
              <a:lnSpc>
                <a:spcPct val="90000"/>
              </a:lnSpc>
              <a:spcBef>
                <a:spcPts val="1500"/>
              </a:spcBef>
              <a:spcAft>
                <a:spcPts val="0"/>
              </a:spcAft>
              <a:buClr>
                <a:schemeClr val="dk1"/>
              </a:buClr>
              <a:buSzPts val="2400"/>
              <a:buNone/>
              <a:defRPr sz="2400"/>
            </a:lvl1pPr>
            <a:lvl2pPr marL="914400" lvl="1" indent="-228600" algn="l">
              <a:lnSpc>
                <a:spcPct val="90000"/>
              </a:lnSpc>
              <a:spcBef>
                <a:spcPts val="800"/>
              </a:spcBef>
              <a:spcAft>
                <a:spcPts val="0"/>
              </a:spcAft>
              <a:buClr>
                <a:schemeClr val="dk1"/>
              </a:buClr>
              <a:buSzPts val="2100"/>
              <a:buNone/>
              <a:defRPr sz="2100"/>
            </a:lvl2pPr>
            <a:lvl3pPr marL="1371600" lvl="2" indent="-228600" algn="l">
              <a:lnSpc>
                <a:spcPct val="90000"/>
              </a:lnSpc>
              <a:spcBef>
                <a:spcPts val="800"/>
              </a:spcBef>
              <a:spcAft>
                <a:spcPts val="0"/>
              </a:spcAft>
              <a:buClr>
                <a:schemeClr val="dk1"/>
              </a:buClr>
              <a:buSzPts val="1800"/>
              <a:buNone/>
              <a:defRPr sz="1800"/>
            </a:lvl3pPr>
            <a:lvl4pPr marL="1828800" lvl="3" indent="-228600" algn="l">
              <a:lnSpc>
                <a:spcPct val="90000"/>
              </a:lnSpc>
              <a:spcBef>
                <a:spcPts val="800"/>
              </a:spcBef>
              <a:spcAft>
                <a:spcPts val="0"/>
              </a:spcAft>
              <a:buClr>
                <a:schemeClr val="dk1"/>
              </a:buClr>
              <a:buSzPts val="1500"/>
              <a:buNone/>
              <a:defRPr sz="1500"/>
            </a:lvl4pPr>
            <a:lvl5pPr marL="2286000" lvl="4" indent="-228600" algn="l">
              <a:lnSpc>
                <a:spcPct val="90000"/>
              </a:lnSpc>
              <a:spcBef>
                <a:spcPts val="800"/>
              </a:spcBef>
              <a:spcAft>
                <a:spcPts val="0"/>
              </a:spcAft>
              <a:buClr>
                <a:schemeClr val="dk1"/>
              </a:buClr>
              <a:buSzPts val="1500"/>
              <a:buNone/>
              <a:defRPr sz="1500"/>
            </a:lvl5pPr>
            <a:lvl6pPr marL="2743200" lvl="5" indent="-228600" algn="l">
              <a:lnSpc>
                <a:spcPct val="90000"/>
              </a:lnSpc>
              <a:spcBef>
                <a:spcPts val="800"/>
              </a:spcBef>
              <a:spcAft>
                <a:spcPts val="0"/>
              </a:spcAft>
              <a:buClr>
                <a:schemeClr val="dk1"/>
              </a:buClr>
              <a:buSzPts val="1500"/>
              <a:buNone/>
              <a:defRPr sz="1500"/>
            </a:lvl6pPr>
            <a:lvl7pPr marL="3200400" lvl="6" indent="-228600" algn="l">
              <a:lnSpc>
                <a:spcPct val="90000"/>
              </a:lnSpc>
              <a:spcBef>
                <a:spcPts val="800"/>
              </a:spcBef>
              <a:spcAft>
                <a:spcPts val="0"/>
              </a:spcAft>
              <a:buClr>
                <a:schemeClr val="dk1"/>
              </a:buClr>
              <a:buSzPts val="1500"/>
              <a:buNone/>
              <a:defRPr sz="1500"/>
            </a:lvl7pPr>
            <a:lvl8pPr marL="3657600" lvl="7" indent="-228600" algn="l">
              <a:lnSpc>
                <a:spcPct val="90000"/>
              </a:lnSpc>
              <a:spcBef>
                <a:spcPts val="800"/>
              </a:spcBef>
              <a:spcAft>
                <a:spcPts val="0"/>
              </a:spcAft>
              <a:buClr>
                <a:schemeClr val="dk1"/>
              </a:buClr>
              <a:buSzPts val="1500"/>
              <a:buNone/>
              <a:defRPr sz="1500"/>
            </a:lvl8pPr>
            <a:lvl9pPr marL="4114800" lvl="8" indent="-228600" algn="l">
              <a:lnSpc>
                <a:spcPct val="90000"/>
              </a:lnSpc>
              <a:spcBef>
                <a:spcPts val="800"/>
              </a:spcBef>
              <a:spcAft>
                <a:spcPts val="0"/>
              </a:spcAft>
              <a:buClr>
                <a:schemeClr val="dk1"/>
              </a:buClr>
              <a:buSzPts val="1500"/>
              <a:buNone/>
              <a:defRPr sz="1500"/>
            </a:lvl9pPr>
          </a:lstStyle>
          <a:p>
            <a:endParaRPr/>
          </a:p>
        </p:txBody>
      </p:sp>
      <p:sp>
        <p:nvSpPr>
          <p:cNvPr id="80" name="Google Shape;80;p24"/>
          <p:cNvSpPr txBox="1">
            <a:spLocks noGrp="1"/>
          </p:cNvSpPr>
          <p:nvPr>
            <p:ph type="dt" idx="10"/>
          </p:nvPr>
        </p:nvSpPr>
        <p:spPr>
          <a:xfrm>
            <a:off x="1257300" y="9534525"/>
            <a:ext cx="4114800" cy="547800"/>
          </a:xfrm>
          <a:prstGeom prst="rect">
            <a:avLst/>
          </a:prstGeom>
          <a:noFill/>
          <a:ln>
            <a:noFill/>
          </a:ln>
        </p:spPr>
        <p:txBody>
          <a:bodyPr spcFirstLastPara="1" wrap="square" lIns="137150" tIns="68550" rIns="137150" bIns="68550" anchor="ctr" anchorCtr="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81" name="Google Shape;81;p24"/>
          <p:cNvSpPr txBox="1">
            <a:spLocks noGrp="1"/>
          </p:cNvSpPr>
          <p:nvPr>
            <p:ph type="ftr" idx="11"/>
          </p:nvPr>
        </p:nvSpPr>
        <p:spPr>
          <a:xfrm>
            <a:off x="6057900" y="9534525"/>
            <a:ext cx="6172200" cy="547800"/>
          </a:xfrm>
          <a:prstGeom prst="rect">
            <a:avLst/>
          </a:prstGeom>
          <a:noFill/>
          <a:ln>
            <a:noFill/>
          </a:ln>
        </p:spPr>
        <p:txBody>
          <a:bodyPr spcFirstLastPara="1" wrap="square" lIns="137150" tIns="68550" rIns="137150" bIns="68550" anchor="ctr" anchorCtr="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82" name="Google Shape;82;p24"/>
          <p:cNvSpPr txBox="1">
            <a:spLocks noGrp="1"/>
          </p:cNvSpPr>
          <p:nvPr>
            <p:ph type="sldNum" idx="12"/>
          </p:nvPr>
        </p:nvSpPr>
        <p:spPr>
          <a:xfrm>
            <a:off x="12915900" y="9534525"/>
            <a:ext cx="4114800" cy="547800"/>
          </a:xfrm>
          <a:prstGeom prst="rect">
            <a:avLst/>
          </a:prstGeom>
          <a:noFill/>
          <a:ln>
            <a:noFill/>
          </a:ln>
        </p:spPr>
        <p:txBody>
          <a:bodyPr spcFirstLastPara="1" wrap="square" lIns="137150" tIns="68550" rIns="137150" bIns="68550" anchor="ctr" anchorCtr="0">
            <a:no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3"/>
        <p:cNvGrpSpPr/>
        <p:nvPr/>
      </p:nvGrpSpPr>
      <p:grpSpPr>
        <a:xfrm>
          <a:off x="0" y="0"/>
          <a:ext cx="0" cy="0"/>
          <a:chOff x="0" y="0"/>
          <a:chExt cx="0" cy="0"/>
        </a:xfrm>
      </p:grpSpPr>
      <p:sp>
        <p:nvSpPr>
          <p:cNvPr id="84" name="Google Shape;84;p25"/>
          <p:cNvSpPr txBox="1">
            <a:spLocks noGrp="1"/>
          </p:cNvSpPr>
          <p:nvPr>
            <p:ph type="title"/>
          </p:nvPr>
        </p:nvSpPr>
        <p:spPr>
          <a:xfrm>
            <a:off x="1259682" y="685800"/>
            <a:ext cx="5898300" cy="2400300"/>
          </a:xfrm>
          <a:prstGeom prst="rect">
            <a:avLst/>
          </a:prstGeom>
          <a:noFill/>
          <a:ln>
            <a:noFill/>
          </a:ln>
        </p:spPr>
        <p:txBody>
          <a:bodyPr spcFirstLastPara="1" wrap="square" lIns="137150" tIns="68550" rIns="137150" bIns="68550" anchor="b" anchorCtr="0">
            <a:noAutofit/>
          </a:bodyPr>
          <a:lstStyle>
            <a:lvl1pPr lvl="0" algn="l">
              <a:lnSpc>
                <a:spcPct val="90000"/>
              </a:lnSpc>
              <a:spcBef>
                <a:spcPts val="0"/>
              </a:spcBef>
              <a:spcAft>
                <a:spcPts val="0"/>
              </a:spcAft>
              <a:buClr>
                <a:schemeClr val="dk1"/>
              </a:buClr>
              <a:buSzPts val="4800"/>
              <a:buFont typeface="Calibri"/>
              <a:buNone/>
              <a:defRPr sz="4800"/>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85" name="Google Shape;85;p25"/>
          <p:cNvSpPr>
            <a:spLocks noGrp="1"/>
          </p:cNvSpPr>
          <p:nvPr>
            <p:ph type="pic" idx="2"/>
          </p:nvPr>
        </p:nvSpPr>
        <p:spPr>
          <a:xfrm>
            <a:off x="7774782" y="1481138"/>
            <a:ext cx="9258300" cy="7310400"/>
          </a:xfrm>
          <a:prstGeom prst="rect">
            <a:avLst/>
          </a:prstGeom>
          <a:noFill/>
          <a:ln>
            <a:noFill/>
          </a:ln>
        </p:spPr>
      </p:sp>
      <p:sp>
        <p:nvSpPr>
          <p:cNvPr id="86" name="Google Shape;86;p25"/>
          <p:cNvSpPr txBox="1">
            <a:spLocks noGrp="1"/>
          </p:cNvSpPr>
          <p:nvPr>
            <p:ph type="body" idx="1"/>
          </p:nvPr>
        </p:nvSpPr>
        <p:spPr>
          <a:xfrm>
            <a:off x="1259682" y="3086100"/>
            <a:ext cx="5898300" cy="5717400"/>
          </a:xfrm>
          <a:prstGeom prst="rect">
            <a:avLst/>
          </a:prstGeom>
          <a:noFill/>
          <a:ln>
            <a:noFill/>
          </a:ln>
        </p:spPr>
        <p:txBody>
          <a:bodyPr spcFirstLastPara="1" wrap="square" lIns="137150" tIns="68550" rIns="137150" bIns="68550" anchor="t" anchorCtr="0">
            <a:noAutofit/>
          </a:bodyPr>
          <a:lstStyle>
            <a:lvl1pPr marL="457200" lvl="0" indent="-228600" algn="l">
              <a:lnSpc>
                <a:spcPct val="90000"/>
              </a:lnSpc>
              <a:spcBef>
                <a:spcPts val="1500"/>
              </a:spcBef>
              <a:spcAft>
                <a:spcPts val="0"/>
              </a:spcAft>
              <a:buClr>
                <a:schemeClr val="dk1"/>
              </a:buClr>
              <a:buSzPts val="2400"/>
              <a:buNone/>
              <a:defRPr sz="2400"/>
            </a:lvl1pPr>
            <a:lvl2pPr marL="914400" lvl="1" indent="-228600" algn="l">
              <a:lnSpc>
                <a:spcPct val="90000"/>
              </a:lnSpc>
              <a:spcBef>
                <a:spcPts val="800"/>
              </a:spcBef>
              <a:spcAft>
                <a:spcPts val="0"/>
              </a:spcAft>
              <a:buClr>
                <a:schemeClr val="dk1"/>
              </a:buClr>
              <a:buSzPts val="2100"/>
              <a:buNone/>
              <a:defRPr sz="2100"/>
            </a:lvl2pPr>
            <a:lvl3pPr marL="1371600" lvl="2" indent="-228600" algn="l">
              <a:lnSpc>
                <a:spcPct val="90000"/>
              </a:lnSpc>
              <a:spcBef>
                <a:spcPts val="800"/>
              </a:spcBef>
              <a:spcAft>
                <a:spcPts val="0"/>
              </a:spcAft>
              <a:buClr>
                <a:schemeClr val="dk1"/>
              </a:buClr>
              <a:buSzPts val="1800"/>
              <a:buNone/>
              <a:defRPr sz="1800"/>
            </a:lvl3pPr>
            <a:lvl4pPr marL="1828800" lvl="3" indent="-228600" algn="l">
              <a:lnSpc>
                <a:spcPct val="90000"/>
              </a:lnSpc>
              <a:spcBef>
                <a:spcPts val="800"/>
              </a:spcBef>
              <a:spcAft>
                <a:spcPts val="0"/>
              </a:spcAft>
              <a:buClr>
                <a:schemeClr val="dk1"/>
              </a:buClr>
              <a:buSzPts val="1500"/>
              <a:buNone/>
              <a:defRPr sz="1500"/>
            </a:lvl4pPr>
            <a:lvl5pPr marL="2286000" lvl="4" indent="-228600" algn="l">
              <a:lnSpc>
                <a:spcPct val="90000"/>
              </a:lnSpc>
              <a:spcBef>
                <a:spcPts val="800"/>
              </a:spcBef>
              <a:spcAft>
                <a:spcPts val="0"/>
              </a:spcAft>
              <a:buClr>
                <a:schemeClr val="dk1"/>
              </a:buClr>
              <a:buSzPts val="1500"/>
              <a:buNone/>
              <a:defRPr sz="1500"/>
            </a:lvl5pPr>
            <a:lvl6pPr marL="2743200" lvl="5" indent="-228600" algn="l">
              <a:lnSpc>
                <a:spcPct val="90000"/>
              </a:lnSpc>
              <a:spcBef>
                <a:spcPts val="800"/>
              </a:spcBef>
              <a:spcAft>
                <a:spcPts val="0"/>
              </a:spcAft>
              <a:buClr>
                <a:schemeClr val="dk1"/>
              </a:buClr>
              <a:buSzPts val="1500"/>
              <a:buNone/>
              <a:defRPr sz="1500"/>
            </a:lvl6pPr>
            <a:lvl7pPr marL="3200400" lvl="6" indent="-228600" algn="l">
              <a:lnSpc>
                <a:spcPct val="90000"/>
              </a:lnSpc>
              <a:spcBef>
                <a:spcPts val="800"/>
              </a:spcBef>
              <a:spcAft>
                <a:spcPts val="0"/>
              </a:spcAft>
              <a:buClr>
                <a:schemeClr val="dk1"/>
              </a:buClr>
              <a:buSzPts val="1500"/>
              <a:buNone/>
              <a:defRPr sz="1500"/>
            </a:lvl7pPr>
            <a:lvl8pPr marL="3657600" lvl="7" indent="-228600" algn="l">
              <a:lnSpc>
                <a:spcPct val="90000"/>
              </a:lnSpc>
              <a:spcBef>
                <a:spcPts val="800"/>
              </a:spcBef>
              <a:spcAft>
                <a:spcPts val="0"/>
              </a:spcAft>
              <a:buClr>
                <a:schemeClr val="dk1"/>
              </a:buClr>
              <a:buSzPts val="1500"/>
              <a:buNone/>
              <a:defRPr sz="1500"/>
            </a:lvl8pPr>
            <a:lvl9pPr marL="4114800" lvl="8" indent="-228600" algn="l">
              <a:lnSpc>
                <a:spcPct val="90000"/>
              </a:lnSpc>
              <a:spcBef>
                <a:spcPts val="800"/>
              </a:spcBef>
              <a:spcAft>
                <a:spcPts val="0"/>
              </a:spcAft>
              <a:buClr>
                <a:schemeClr val="dk1"/>
              </a:buClr>
              <a:buSzPts val="1500"/>
              <a:buNone/>
              <a:defRPr sz="1500"/>
            </a:lvl9pPr>
          </a:lstStyle>
          <a:p>
            <a:endParaRPr/>
          </a:p>
        </p:txBody>
      </p:sp>
      <p:sp>
        <p:nvSpPr>
          <p:cNvPr id="87" name="Google Shape;87;p25"/>
          <p:cNvSpPr txBox="1">
            <a:spLocks noGrp="1"/>
          </p:cNvSpPr>
          <p:nvPr>
            <p:ph type="dt" idx="10"/>
          </p:nvPr>
        </p:nvSpPr>
        <p:spPr>
          <a:xfrm>
            <a:off x="1257300" y="9534525"/>
            <a:ext cx="4114800" cy="547800"/>
          </a:xfrm>
          <a:prstGeom prst="rect">
            <a:avLst/>
          </a:prstGeom>
          <a:noFill/>
          <a:ln>
            <a:noFill/>
          </a:ln>
        </p:spPr>
        <p:txBody>
          <a:bodyPr spcFirstLastPara="1" wrap="square" lIns="137150" tIns="68550" rIns="137150" bIns="68550" anchor="ctr" anchorCtr="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88" name="Google Shape;88;p25"/>
          <p:cNvSpPr txBox="1">
            <a:spLocks noGrp="1"/>
          </p:cNvSpPr>
          <p:nvPr>
            <p:ph type="ftr" idx="11"/>
          </p:nvPr>
        </p:nvSpPr>
        <p:spPr>
          <a:xfrm>
            <a:off x="6057900" y="9534525"/>
            <a:ext cx="6172200" cy="547800"/>
          </a:xfrm>
          <a:prstGeom prst="rect">
            <a:avLst/>
          </a:prstGeom>
          <a:noFill/>
          <a:ln>
            <a:noFill/>
          </a:ln>
        </p:spPr>
        <p:txBody>
          <a:bodyPr spcFirstLastPara="1" wrap="square" lIns="137150" tIns="68550" rIns="137150" bIns="68550" anchor="ctr" anchorCtr="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89" name="Google Shape;89;p25"/>
          <p:cNvSpPr txBox="1">
            <a:spLocks noGrp="1"/>
          </p:cNvSpPr>
          <p:nvPr>
            <p:ph type="sldNum" idx="12"/>
          </p:nvPr>
        </p:nvSpPr>
        <p:spPr>
          <a:xfrm>
            <a:off x="12915900" y="9534525"/>
            <a:ext cx="4114800" cy="547800"/>
          </a:xfrm>
          <a:prstGeom prst="rect">
            <a:avLst/>
          </a:prstGeom>
          <a:noFill/>
          <a:ln>
            <a:noFill/>
          </a:ln>
        </p:spPr>
        <p:txBody>
          <a:bodyPr spcFirstLastPara="1" wrap="square" lIns="137150" tIns="68550" rIns="137150" bIns="68550" anchor="ctr" anchorCtr="0">
            <a:no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0"/>
        <p:cNvGrpSpPr/>
        <p:nvPr/>
      </p:nvGrpSpPr>
      <p:grpSpPr>
        <a:xfrm>
          <a:off x="0" y="0"/>
          <a:ext cx="0" cy="0"/>
          <a:chOff x="0" y="0"/>
          <a:chExt cx="0" cy="0"/>
        </a:xfrm>
      </p:grpSpPr>
      <p:sp>
        <p:nvSpPr>
          <p:cNvPr id="91" name="Google Shape;91;p26"/>
          <p:cNvSpPr txBox="1">
            <a:spLocks noGrp="1"/>
          </p:cNvSpPr>
          <p:nvPr>
            <p:ph type="title"/>
          </p:nvPr>
        </p:nvSpPr>
        <p:spPr>
          <a:xfrm>
            <a:off x="1257300" y="547688"/>
            <a:ext cx="15773400" cy="1988700"/>
          </a:xfrm>
          <a:prstGeom prst="rect">
            <a:avLst/>
          </a:prstGeom>
          <a:noFill/>
          <a:ln>
            <a:noFill/>
          </a:ln>
        </p:spPr>
        <p:txBody>
          <a:bodyPr spcFirstLastPara="1" wrap="square" lIns="137150" tIns="68550" rIns="137150" bIns="68550" anchor="ctr" anchorCtr="0">
            <a:noAutofit/>
          </a:bodyPr>
          <a:lstStyle>
            <a:lvl1pPr lvl="0" algn="l">
              <a:lnSpc>
                <a:spcPct val="90000"/>
              </a:lnSpc>
              <a:spcBef>
                <a:spcPts val="0"/>
              </a:spcBef>
              <a:spcAft>
                <a:spcPts val="0"/>
              </a:spcAft>
              <a:buClr>
                <a:schemeClr val="dk1"/>
              </a:buClr>
              <a:buSzPts val="27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92" name="Google Shape;92;p26"/>
          <p:cNvSpPr txBox="1">
            <a:spLocks noGrp="1"/>
          </p:cNvSpPr>
          <p:nvPr>
            <p:ph type="body" idx="1"/>
          </p:nvPr>
        </p:nvSpPr>
        <p:spPr>
          <a:xfrm rot="5400000">
            <a:off x="5880600" y="-1884862"/>
            <a:ext cx="6526800" cy="15773400"/>
          </a:xfrm>
          <a:prstGeom prst="rect">
            <a:avLst/>
          </a:prstGeom>
          <a:noFill/>
          <a:ln>
            <a:noFill/>
          </a:ln>
        </p:spPr>
        <p:txBody>
          <a:bodyPr spcFirstLastPara="1" wrap="square" lIns="137150" tIns="68550" rIns="137150" bIns="68550" anchor="t" anchorCtr="0">
            <a:noAutofit/>
          </a:bodyPr>
          <a:lstStyle>
            <a:lvl1pPr marL="457200" lvl="0" indent="-400050" algn="l">
              <a:lnSpc>
                <a:spcPct val="90000"/>
              </a:lnSpc>
              <a:spcBef>
                <a:spcPts val="1500"/>
              </a:spcBef>
              <a:spcAft>
                <a:spcPts val="0"/>
              </a:spcAft>
              <a:buClr>
                <a:schemeClr val="dk1"/>
              </a:buClr>
              <a:buSzPts val="2700"/>
              <a:buChar char="•"/>
              <a:defRPr/>
            </a:lvl1pPr>
            <a:lvl2pPr marL="914400" lvl="1" indent="-400050" algn="l">
              <a:lnSpc>
                <a:spcPct val="90000"/>
              </a:lnSpc>
              <a:spcBef>
                <a:spcPts val="800"/>
              </a:spcBef>
              <a:spcAft>
                <a:spcPts val="0"/>
              </a:spcAft>
              <a:buClr>
                <a:schemeClr val="dk1"/>
              </a:buClr>
              <a:buSzPts val="2700"/>
              <a:buChar char="•"/>
              <a:defRPr/>
            </a:lvl2pPr>
            <a:lvl3pPr marL="1371600" lvl="2" indent="-400050" algn="l">
              <a:lnSpc>
                <a:spcPct val="90000"/>
              </a:lnSpc>
              <a:spcBef>
                <a:spcPts val="800"/>
              </a:spcBef>
              <a:spcAft>
                <a:spcPts val="0"/>
              </a:spcAft>
              <a:buClr>
                <a:schemeClr val="dk1"/>
              </a:buClr>
              <a:buSzPts val="2700"/>
              <a:buChar char="•"/>
              <a:defRPr/>
            </a:lvl3pPr>
            <a:lvl4pPr marL="1828800" lvl="3" indent="-400050" algn="l">
              <a:lnSpc>
                <a:spcPct val="90000"/>
              </a:lnSpc>
              <a:spcBef>
                <a:spcPts val="800"/>
              </a:spcBef>
              <a:spcAft>
                <a:spcPts val="0"/>
              </a:spcAft>
              <a:buClr>
                <a:schemeClr val="dk1"/>
              </a:buClr>
              <a:buSzPts val="2700"/>
              <a:buChar char="•"/>
              <a:defRPr/>
            </a:lvl4pPr>
            <a:lvl5pPr marL="2286000" lvl="4" indent="-400050" algn="l">
              <a:lnSpc>
                <a:spcPct val="90000"/>
              </a:lnSpc>
              <a:spcBef>
                <a:spcPts val="800"/>
              </a:spcBef>
              <a:spcAft>
                <a:spcPts val="0"/>
              </a:spcAft>
              <a:buClr>
                <a:schemeClr val="dk1"/>
              </a:buClr>
              <a:buSzPts val="2700"/>
              <a:buChar char="•"/>
              <a:defRPr/>
            </a:lvl5pPr>
            <a:lvl6pPr marL="2743200" lvl="5" indent="-400050" algn="l">
              <a:lnSpc>
                <a:spcPct val="90000"/>
              </a:lnSpc>
              <a:spcBef>
                <a:spcPts val="800"/>
              </a:spcBef>
              <a:spcAft>
                <a:spcPts val="0"/>
              </a:spcAft>
              <a:buClr>
                <a:schemeClr val="dk1"/>
              </a:buClr>
              <a:buSzPts val="2700"/>
              <a:buChar char="•"/>
              <a:defRPr/>
            </a:lvl6pPr>
            <a:lvl7pPr marL="3200400" lvl="6" indent="-400050" algn="l">
              <a:lnSpc>
                <a:spcPct val="90000"/>
              </a:lnSpc>
              <a:spcBef>
                <a:spcPts val="800"/>
              </a:spcBef>
              <a:spcAft>
                <a:spcPts val="0"/>
              </a:spcAft>
              <a:buClr>
                <a:schemeClr val="dk1"/>
              </a:buClr>
              <a:buSzPts val="2700"/>
              <a:buChar char="•"/>
              <a:defRPr/>
            </a:lvl7pPr>
            <a:lvl8pPr marL="3657600" lvl="7" indent="-400050" algn="l">
              <a:lnSpc>
                <a:spcPct val="90000"/>
              </a:lnSpc>
              <a:spcBef>
                <a:spcPts val="800"/>
              </a:spcBef>
              <a:spcAft>
                <a:spcPts val="0"/>
              </a:spcAft>
              <a:buClr>
                <a:schemeClr val="dk1"/>
              </a:buClr>
              <a:buSzPts val="2700"/>
              <a:buChar char="•"/>
              <a:defRPr/>
            </a:lvl8pPr>
            <a:lvl9pPr marL="4114800" lvl="8" indent="-400050" algn="l">
              <a:lnSpc>
                <a:spcPct val="90000"/>
              </a:lnSpc>
              <a:spcBef>
                <a:spcPts val="800"/>
              </a:spcBef>
              <a:spcAft>
                <a:spcPts val="0"/>
              </a:spcAft>
              <a:buClr>
                <a:schemeClr val="dk1"/>
              </a:buClr>
              <a:buSzPts val="2700"/>
              <a:buChar char="•"/>
              <a:defRPr/>
            </a:lvl9pPr>
          </a:lstStyle>
          <a:p>
            <a:endParaRPr/>
          </a:p>
        </p:txBody>
      </p:sp>
      <p:sp>
        <p:nvSpPr>
          <p:cNvPr id="93" name="Google Shape;93;p26"/>
          <p:cNvSpPr txBox="1">
            <a:spLocks noGrp="1"/>
          </p:cNvSpPr>
          <p:nvPr>
            <p:ph type="dt" idx="10"/>
          </p:nvPr>
        </p:nvSpPr>
        <p:spPr>
          <a:xfrm>
            <a:off x="1257300" y="9534525"/>
            <a:ext cx="4114800" cy="547800"/>
          </a:xfrm>
          <a:prstGeom prst="rect">
            <a:avLst/>
          </a:prstGeom>
          <a:noFill/>
          <a:ln>
            <a:noFill/>
          </a:ln>
        </p:spPr>
        <p:txBody>
          <a:bodyPr spcFirstLastPara="1" wrap="square" lIns="137150" tIns="68550" rIns="137150" bIns="68550" anchor="ctr" anchorCtr="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94" name="Google Shape;94;p26"/>
          <p:cNvSpPr txBox="1">
            <a:spLocks noGrp="1"/>
          </p:cNvSpPr>
          <p:nvPr>
            <p:ph type="ftr" idx="11"/>
          </p:nvPr>
        </p:nvSpPr>
        <p:spPr>
          <a:xfrm>
            <a:off x="6057900" y="9534525"/>
            <a:ext cx="6172200" cy="547800"/>
          </a:xfrm>
          <a:prstGeom prst="rect">
            <a:avLst/>
          </a:prstGeom>
          <a:noFill/>
          <a:ln>
            <a:noFill/>
          </a:ln>
        </p:spPr>
        <p:txBody>
          <a:bodyPr spcFirstLastPara="1" wrap="square" lIns="137150" tIns="68550" rIns="137150" bIns="68550" anchor="ctr" anchorCtr="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95" name="Google Shape;95;p26"/>
          <p:cNvSpPr txBox="1">
            <a:spLocks noGrp="1"/>
          </p:cNvSpPr>
          <p:nvPr>
            <p:ph type="sldNum" idx="12"/>
          </p:nvPr>
        </p:nvSpPr>
        <p:spPr>
          <a:xfrm>
            <a:off x="12915900" y="9534525"/>
            <a:ext cx="4114800" cy="547800"/>
          </a:xfrm>
          <a:prstGeom prst="rect">
            <a:avLst/>
          </a:prstGeom>
          <a:noFill/>
          <a:ln>
            <a:noFill/>
          </a:ln>
        </p:spPr>
        <p:txBody>
          <a:bodyPr spcFirstLastPara="1" wrap="square" lIns="137150" tIns="68550" rIns="137150" bIns="68550" anchor="ctr" anchorCtr="0">
            <a:no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6"/>
        <p:cNvGrpSpPr/>
        <p:nvPr/>
      </p:nvGrpSpPr>
      <p:grpSpPr>
        <a:xfrm>
          <a:off x="0" y="0"/>
          <a:ext cx="0" cy="0"/>
          <a:chOff x="0" y="0"/>
          <a:chExt cx="0" cy="0"/>
        </a:xfrm>
      </p:grpSpPr>
      <p:sp>
        <p:nvSpPr>
          <p:cNvPr id="97" name="Google Shape;97;p27"/>
          <p:cNvSpPr txBox="1">
            <a:spLocks noGrp="1"/>
          </p:cNvSpPr>
          <p:nvPr>
            <p:ph type="title"/>
          </p:nvPr>
        </p:nvSpPr>
        <p:spPr>
          <a:xfrm rot="5400000">
            <a:off x="10700250" y="2934938"/>
            <a:ext cx="8717700" cy="3943200"/>
          </a:xfrm>
          <a:prstGeom prst="rect">
            <a:avLst/>
          </a:prstGeom>
          <a:noFill/>
          <a:ln>
            <a:noFill/>
          </a:ln>
        </p:spPr>
        <p:txBody>
          <a:bodyPr spcFirstLastPara="1" wrap="square" lIns="137150" tIns="68550" rIns="137150" bIns="68550" anchor="ctr" anchorCtr="0">
            <a:noAutofit/>
          </a:bodyPr>
          <a:lstStyle>
            <a:lvl1pPr lvl="0" algn="l">
              <a:lnSpc>
                <a:spcPct val="90000"/>
              </a:lnSpc>
              <a:spcBef>
                <a:spcPts val="0"/>
              </a:spcBef>
              <a:spcAft>
                <a:spcPts val="0"/>
              </a:spcAft>
              <a:buClr>
                <a:schemeClr val="dk1"/>
              </a:buClr>
              <a:buSzPts val="27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98" name="Google Shape;98;p27"/>
          <p:cNvSpPr txBox="1">
            <a:spLocks noGrp="1"/>
          </p:cNvSpPr>
          <p:nvPr>
            <p:ph type="body" idx="1"/>
          </p:nvPr>
        </p:nvSpPr>
        <p:spPr>
          <a:xfrm rot="5400000">
            <a:off x="2699250" y="-894112"/>
            <a:ext cx="8717700" cy="11601300"/>
          </a:xfrm>
          <a:prstGeom prst="rect">
            <a:avLst/>
          </a:prstGeom>
          <a:noFill/>
          <a:ln>
            <a:noFill/>
          </a:ln>
        </p:spPr>
        <p:txBody>
          <a:bodyPr spcFirstLastPara="1" wrap="square" lIns="137150" tIns="68550" rIns="137150" bIns="68550" anchor="t" anchorCtr="0">
            <a:noAutofit/>
          </a:bodyPr>
          <a:lstStyle>
            <a:lvl1pPr marL="457200" lvl="0" indent="-400050" algn="l">
              <a:lnSpc>
                <a:spcPct val="90000"/>
              </a:lnSpc>
              <a:spcBef>
                <a:spcPts val="1500"/>
              </a:spcBef>
              <a:spcAft>
                <a:spcPts val="0"/>
              </a:spcAft>
              <a:buClr>
                <a:schemeClr val="dk1"/>
              </a:buClr>
              <a:buSzPts val="2700"/>
              <a:buChar char="•"/>
              <a:defRPr/>
            </a:lvl1pPr>
            <a:lvl2pPr marL="914400" lvl="1" indent="-400050" algn="l">
              <a:lnSpc>
                <a:spcPct val="90000"/>
              </a:lnSpc>
              <a:spcBef>
                <a:spcPts val="800"/>
              </a:spcBef>
              <a:spcAft>
                <a:spcPts val="0"/>
              </a:spcAft>
              <a:buClr>
                <a:schemeClr val="dk1"/>
              </a:buClr>
              <a:buSzPts val="2700"/>
              <a:buChar char="•"/>
              <a:defRPr/>
            </a:lvl2pPr>
            <a:lvl3pPr marL="1371600" lvl="2" indent="-400050" algn="l">
              <a:lnSpc>
                <a:spcPct val="90000"/>
              </a:lnSpc>
              <a:spcBef>
                <a:spcPts val="800"/>
              </a:spcBef>
              <a:spcAft>
                <a:spcPts val="0"/>
              </a:spcAft>
              <a:buClr>
                <a:schemeClr val="dk1"/>
              </a:buClr>
              <a:buSzPts val="2700"/>
              <a:buChar char="•"/>
              <a:defRPr/>
            </a:lvl3pPr>
            <a:lvl4pPr marL="1828800" lvl="3" indent="-400050" algn="l">
              <a:lnSpc>
                <a:spcPct val="90000"/>
              </a:lnSpc>
              <a:spcBef>
                <a:spcPts val="800"/>
              </a:spcBef>
              <a:spcAft>
                <a:spcPts val="0"/>
              </a:spcAft>
              <a:buClr>
                <a:schemeClr val="dk1"/>
              </a:buClr>
              <a:buSzPts val="2700"/>
              <a:buChar char="•"/>
              <a:defRPr/>
            </a:lvl4pPr>
            <a:lvl5pPr marL="2286000" lvl="4" indent="-400050" algn="l">
              <a:lnSpc>
                <a:spcPct val="90000"/>
              </a:lnSpc>
              <a:spcBef>
                <a:spcPts val="800"/>
              </a:spcBef>
              <a:spcAft>
                <a:spcPts val="0"/>
              </a:spcAft>
              <a:buClr>
                <a:schemeClr val="dk1"/>
              </a:buClr>
              <a:buSzPts val="2700"/>
              <a:buChar char="•"/>
              <a:defRPr/>
            </a:lvl5pPr>
            <a:lvl6pPr marL="2743200" lvl="5" indent="-400050" algn="l">
              <a:lnSpc>
                <a:spcPct val="90000"/>
              </a:lnSpc>
              <a:spcBef>
                <a:spcPts val="800"/>
              </a:spcBef>
              <a:spcAft>
                <a:spcPts val="0"/>
              </a:spcAft>
              <a:buClr>
                <a:schemeClr val="dk1"/>
              </a:buClr>
              <a:buSzPts val="2700"/>
              <a:buChar char="•"/>
              <a:defRPr/>
            </a:lvl6pPr>
            <a:lvl7pPr marL="3200400" lvl="6" indent="-400050" algn="l">
              <a:lnSpc>
                <a:spcPct val="90000"/>
              </a:lnSpc>
              <a:spcBef>
                <a:spcPts val="800"/>
              </a:spcBef>
              <a:spcAft>
                <a:spcPts val="0"/>
              </a:spcAft>
              <a:buClr>
                <a:schemeClr val="dk1"/>
              </a:buClr>
              <a:buSzPts val="2700"/>
              <a:buChar char="•"/>
              <a:defRPr/>
            </a:lvl7pPr>
            <a:lvl8pPr marL="3657600" lvl="7" indent="-400050" algn="l">
              <a:lnSpc>
                <a:spcPct val="90000"/>
              </a:lnSpc>
              <a:spcBef>
                <a:spcPts val="800"/>
              </a:spcBef>
              <a:spcAft>
                <a:spcPts val="0"/>
              </a:spcAft>
              <a:buClr>
                <a:schemeClr val="dk1"/>
              </a:buClr>
              <a:buSzPts val="2700"/>
              <a:buChar char="•"/>
              <a:defRPr/>
            </a:lvl8pPr>
            <a:lvl9pPr marL="4114800" lvl="8" indent="-400050" algn="l">
              <a:lnSpc>
                <a:spcPct val="90000"/>
              </a:lnSpc>
              <a:spcBef>
                <a:spcPts val="800"/>
              </a:spcBef>
              <a:spcAft>
                <a:spcPts val="0"/>
              </a:spcAft>
              <a:buClr>
                <a:schemeClr val="dk1"/>
              </a:buClr>
              <a:buSzPts val="2700"/>
              <a:buChar char="•"/>
              <a:defRPr/>
            </a:lvl9pPr>
          </a:lstStyle>
          <a:p>
            <a:endParaRPr/>
          </a:p>
        </p:txBody>
      </p:sp>
      <p:sp>
        <p:nvSpPr>
          <p:cNvPr id="99" name="Google Shape;99;p27"/>
          <p:cNvSpPr txBox="1">
            <a:spLocks noGrp="1"/>
          </p:cNvSpPr>
          <p:nvPr>
            <p:ph type="dt" idx="10"/>
          </p:nvPr>
        </p:nvSpPr>
        <p:spPr>
          <a:xfrm>
            <a:off x="1257300" y="9534525"/>
            <a:ext cx="4114800" cy="547800"/>
          </a:xfrm>
          <a:prstGeom prst="rect">
            <a:avLst/>
          </a:prstGeom>
          <a:noFill/>
          <a:ln>
            <a:noFill/>
          </a:ln>
        </p:spPr>
        <p:txBody>
          <a:bodyPr spcFirstLastPara="1" wrap="square" lIns="137150" tIns="68550" rIns="137150" bIns="68550" anchor="ctr" anchorCtr="0">
            <a:noAutofit/>
          </a:bodyPr>
          <a:lstStyle>
            <a:lvl1pPr lvl="0" algn="l">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100" name="Google Shape;100;p27"/>
          <p:cNvSpPr txBox="1">
            <a:spLocks noGrp="1"/>
          </p:cNvSpPr>
          <p:nvPr>
            <p:ph type="ftr" idx="11"/>
          </p:nvPr>
        </p:nvSpPr>
        <p:spPr>
          <a:xfrm>
            <a:off x="6057900" y="9534525"/>
            <a:ext cx="6172200" cy="547800"/>
          </a:xfrm>
          <a:prstGeom prst="rect">
            <a:avLst/>
          </a:prstGeom>
          <a:noFill/>
          <a:ln>
            <a:noFill/>
          </a:ln>
        </p:spPr>
        <p:txBody>
          <a:bodyPr spcFirstLastPara="1" wrap="square" lIns="137150" tIns="68550" rIns="137150" bIns="68550" anchor="ctr" anchorCtr="0">
            <a:noAutofit/>
          </a:bodyPr>
          <a:lstStyle>
            <a:lvl1pPr lvl="0" algn="ctr">
              <a:lnSpc>
                <a:spcPct val="100000"/>
              </a:lnSpc>
              <a:spcBef>
                <a:spcPts val="0"/>
              </a:spcBef>
              <a:spcAft>
                <a:spcPts val="0"/>
              </a:spcAft>
              <a:buSzPts val="2100"/>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101" name="Google Shape;101;p27"/>
          <p:cNvSpPr txBox="1">
            <a:spLocks noGrp="1"/>
          </p:cNvSpPr>
          <p:nvPr>
            <p:ph type="sldNum" idx="12"/>
          </p:nvPr>
        </p:nvSpPr>
        <p:spPr>
          <a:xfrm>
            <a:off x="12915900" y="9534525"/>
            <a:ext cx="4114800" cy="547800"/>
          </a:xfrm>
          <a:prstGeom prst="rect">
            <a:avLst/>
          </a:prstGeom>
          <a:noFill/>
          <a:ln>
            <a:noFill/>
          </a:ln>
        </p:spPr>
        <p:txBody>
          <a:bodyPr spcFirstLastPara="1" wrap="square" lIns="137150" tIns="68550" rIns="137150" bIns="68550" anchor="ctr" anchorCtr="0">
            <a:no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2"/>
          <p:cNvSpPr txBox="1">
            <a:spLocks noGrp="1"/>
          </p:cNvSpPr>
          <p:nvPr>
            <p:ph type="title"/>
          </p:nvPr>
        </p:nvSpPr>
        <p:spPr>
          <a:xfrm>
            <a:off x="1257300" y="547688"/>
            <a:ext cx="15773400" cy="1988700"/>
          </a:xfrm>
          <a:prstGeom prst="rect">
            <a:avLst/>
          </a:prstGeom>
          <a:noFill/>
          <a:ln>
            <a:noFill/>
          </a:ln>
        </p:spPr>
        <p:txBody>
          <a:bodyPr spcFirstLastPara="1" wrap="square" lIns="137150" tIns="68550" rIns="137150" bIns="68550" anchor="ctr" anchorCtr="0">
            <a:noAutofit/>
          </a:bodyPr>
          <a:lstStyle>
            <a:lvl1pPr marR="0" lvl="0" algn="l" rtl="0">
              <a:lnSpc>
                <a:spcPct val="90000"/>
              </a:lnSpc>
              <a:spcBef>
                <a:spcPts val="0"/>
              </a:spcBef>
              <a:spcAft>
                <a:spcPts val="0"/>
              </a:spcAft>
              <a:buClr>
                <a:schemeClr val="dk1"/>
              </a:buClr>
              <a:buSzPts val="6600"/>
              <a:buFont typeface="Calibri"/>
              <a:buNone/>
              <a:defRPr sz="66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2100"/>
              <a:buFont typeface="Arial"/>
              <a:buNone/>
              <a:defRPr sz="27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100"/>
              <a:buFont typeface="Arial"/>
              <a:buNone/>
              <a:defRPr sz="27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100"/>
              <a:buFont typeface="Arial"/>
              <a:buNone/>
              <a:defRPr sz="27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100"/>
              <a:buFont typeface="Arial"/>
              <a:buNone/>
              <a:defRPr sz="27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100"/>
              <a:buFont typeface="Arial"/>
              <a:buNone/>
              <a:defRPr sz="27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100"/>
              <a:buFont typeface="Arial"/>
              <a:buNone/>
              <a:defRPr sz="27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100"/>
              <a:buFont typeface="Arial"/>
              <a:buNone/>
              <a:defRPr sz="27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100"/>
              <a:buFont typeface="Arial"/>
              <a:buNone/>
              <a:defRPr sz="2700" b="0" i="0" u="none" strike="noStrike" cap="none">
                <a:solidFill>
                  <a:srgbClr val="000000"/>
                </a:solidFill>
                <a:latin typeface="Arial"/>
                <a:ea typeface="Arial"/>
                <a:cs typeface="Arial"/>
                <a:sym typeface="Arial"/>
              </a:defRPr>
            </a:lvl9pPr>
          </a:lstStyle>
          <a:p>
            <a:endParaRPr/>
          </a:p>
        </p:txBody>
      </p:sp>
      <p:sp>
        <p:nvSpPr>
          <p:cNvPr id="11" name="Google Shape;11;p12"/>
          <p:cNvSpPr txBox="1">
            <a:spLocks noGrp="1"/>
          </p:cNvSpPr>
          <p:nvPr>
            <p:ph type="body" idx="1"/>
          </p:nvPr>
        </p:nvSpPr>
        <p:spPr>
          <a:xfrm>
            <a:off x="1257300" y="2738438"/>
            <a:ext cx="15773400" cy="6526800"/>
          </a:xfrm>
          <a:prstGeom prst="rect">
            <a:avLst/>
          </a:prstGeom>
          <a:noFill/>
          <a:ln>
            <a:noFill/>
          </a:ln>
        </p:spPr>
        <p:txBody>
          <a:bodyPr spcFirstLastPara="1" wrap="square" lIns="137150" tIns="68550" rIns="137150" bIns="68550" anchor="t" anchorCtr="0">
            <a:noAutofit/>
          </a:bodyPr>
          <a:lstStyle>
            <a:lvl1pPr marL="457200" marR="0" lvl="0" indent="-495300" algn="l" rtl="0">
              <a:lnSpc>
                <a:spcPct val="90000"/>
              </a:lnSpc>
              <a:spcBef>
                <a:spcPts val="1500"/>
              </a:spcBef>
              <a:spcAft>
                <a:spcPts val="0"/>
              </a:spcAft>
              <a:buClr>
                <a:schemeClr val="dk1"/>
              </a:buClr>
              <a:buSzPts val="4200"/>
              <a:buFont typeface="Arial"/>
              <a:buChar char="•"/>
              <a:defRPr sz="4200" b="0" i="0" u="none" strike="noStrike" cap="none">
                <a:solidFill>
                  <a:schemeClr val="dk1"/>
                </a:solidFill>
                <a:latin typeface="Calibri"/>
                <a:ea typeface="Calibri"/>
                <a:cs typeface="Calibri"/>
                <a:sym typeface="Calibri"/>
              </a:defRPr>
            </a:lvl1pPr>
            <a:lvl2pPr marL="914400" marR="0" lvl="1" indent="-457200" algn="l" rtl="0">
              <a:lnSpc>
                <a:spcPct val="90000"/>
              </a:lnSpc>
              <a:spcBef>
                <a:spcPts val="80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2pPr>
            <a:lvl3pPr marL="1371600" marR="0" lvl="2" indent="-419100" algn="l" rtl="0">
              <a:lnSpc>
                <a:spcPct val="90000"/>
              </a:lnSpc>
              <a:spcBef>
                <a:spcPts val="800"/>
              </a:spcBef>
              <a:spcAft>
                <a:spcPts val="0"/>
              </a:spcAft>
              <a:buClr>
                <a:schemeClr val="dk1"/>
              </a:buClr>
              <a:buSzPts val="3000"/>
              <a:buFont typeface="Arial"/>
              <a:buChar char="•"/>
              <a:defRPr sz="3000" b="0" i="0" u="none" strike="noStrike" cap="none">
                <a:solidFill>
                  <a:schemeClr val="dk1"/>
                </a:solidFill>
                <a:latin typeface="Calibri"/>
                <a:ea typeface="Calibri"/>
                <a:cs typeface="Calibri"/>
                <a:sym typeface="Calibri"/>
              </a:defRPr>
            </a:lvl3pPr>
            <a:lvl4pPr marL="1828800" marR="0" lvl="3" indent="-400050" algn="l" rtl="0">
              <a:lnSpc>
                <a:spcPct val="90000"/>
              </a:lnSpc>
              <a:spcBef>
                <a:spcPts val="8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4pPr>
            <a:lvl5pPr marL="2286000" marR="0" lvl="4" indent="-400050" algn="l" rtl="0">
              <a:lnSpc>
                <a:spcPct val="90000"/>
              </a:lnSpc>
              <a:spcBef>
                <a:spcPts val="8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5pPr>
            <a:lvl6pPr marL="2743200" marR="0" lvl="5" indent="-400050" algn="l" rtl="0">
              <a:lnSpc>
                <a:spcPct val="90000"/>
              </a:lnSpc>
              <a:spcBef>
                <a:spcPts val="8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lnSpc>
                <a:spcPct val="90000"/>
              </a:lnSpc>
              <a:spcBef>
                <a:spcPts val="8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lnSpc>
                <a:spcPct val="90000"/>
              </a:lnSpc>
              <a:spcBef>
                <a:spcPts val="8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lnSpc>
                <a:spcPct val="90000"/>
              </a:lnSpc>
              <a:spcBef>
                <a:spcPts val="80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sp>
        <p:nvSpPr>
          <p:cNvPr id="12" name="Google Shape;12;p12"/>
          <p:cNvSpPr txBox="1">
            <a:spLocks noGrp="1"/>
          </p:cNvSpPr>
          <p:nvPr>
            <p:ph type="dt" idx="10"/>
          </p:nvPr>
        </p:nvSpPr>
        <p:spPr>
          <a:xfrm>
            <a:off x="1257300" y="9534525"/>
            <a:ext cx="4114800" cy="547800"/>
          </a:xfrm>
          <a:prstGeom prst="rect">
            <a:avLst/>
          </a:prstGeom>
          <a:noFill/>
          <a:ln>
            <a:noFill/>
          </a:ln>
        </p:spPr>
        <p:txBody>
          <a:bodyPr spcFirstLastPara="1" wrap="square" lIns="137150" tIns="68550" rIns="137150" bIns="68550" anchor="ctr" anchorCtr="0">
            <a:noAutofit/>
          </a:bodyPr>
          <a:lstStyle>
            <a:lvl1pPr marR="0" lvl="0" algn="l" rtl="0">
              <a:lnSpc>
                <a:spcPct val="100000"/>
              </a:lnSpc>
              <a:spcBef>
                <a:spcPts val="0"/>
              </a:spcBef>
              <a:spcAft>
                <a:spcPts val="0"/>
              </a:spcAft>
              <a:buClr>
                <a:srgbClr val="000000"/>
              </a:buClr>
              <a:buSzPts val="2100"/>
              <a:buFont typeface="Arial"/>
              <a:buNone/>
              <a:defRPr sz="18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2100"/>
              <a:buFont typeface="Arial"/>
              <a:buNone/>
              <a:defRPr sz="27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2100"/>
              <a:buFont typeface="Arial"/>
              <a:buNone/>
              <a:defRPr sz="27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2100"/>
              <a:buFont typeface="Arial"/>
              <a:buNone/>
              <a:defRPr sz="27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2100"/>
              <a:buFont typeface="Arial"/>
              <a:buNone/>
              <a:defRPr sz="27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2100"/>
              <a:buFont typeface="Arial"/>
              <a:buNone/>
              <a:defRPr sz="27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2100"/>
              <a:buFont typeface="Arial"/>
              <a:buNone/>
              <a:defRPr sz="27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2100"/>
              <a:buFont typeface="Arial"/>
              <a:buNone/>
              <a:defRPr sz="27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2100"/>
              <a:buFont typeface="Arial"/>
              <a:buNone/>
              <a:defRPr sz="2700" b="0" i="0" u="none" strike="noStrike" cap="none">
                <a:solidFill>
                  <a:schemeClr val="dk1"/>
                </a:solidFill>
                <a:latin typeface="Calibri"/>
                <a:ea typeface="Calibri"/>
                <a:cs typeface="Calibri"/>
                <a:sym typeface="Calibri"/>
              </a:defRPr>
            </a:lvl9pPr>
          </a:lstStyle>
          <a:p>
            <a:endParaRPr/>
          </a:p>
        </p:txBody>
      </p:sp>
      <p:sp>
        <p:nvSpPr>
          <p:cNvPr id="13" name="Google Shape;13;p12"/>
          <p:cNvSpPr txBox="1">
            <a:spLocks noGrp="1"/>
          </p:cNvSpPr>
          <p:nvPr>
            <p:ph type="ftr" idx="11"/>
          </p:nvPr>
        </p:nvSpPr>
        <p:spPr>
          <a:xfrm>
            <a:off x="6057900" y="9534525"/>
            <a:ext cx="6172200" cy="547800"/>
          </a:xfrm>
          <a:prstGeom prst="rect">
            <a:avLst/>
          </a:prstGeom>
          <a:noFill/>
          <a:ln>
            <a:noFill/>
          </a:ln>
        </p:spPr>
        <p:txBody>
          <a:bodyPr spcFirstLastPara="1" wrap="square" lIns="137150" tIns="68550" rIns="137150" bIns="68550" anchor="ctr" anchorCtr="0">
            <a:noAutofit/>
          </a:bodyPr>
          <a:lstStyle>
            <a:lvl1pPr marR="0" lvl="0" algn="ctr" rtl="0">
              <a:lnSpc>
                <a:spcPct val="100000"/>
              </a:lnSpc>
              <a:spcBef>
                <a:spcPts val="0"/>
              </a:spcBef>
              <a:spcAft>
                <a:spcPts val="0"/>
              </a:spcAft>
              <a:buClr>
                <a:srgbClr val="000000"/>
              </a:buClr>
              <a:buSzPts val="2100"/>
              <a:buFont typeface="Arial"/>
              <a:buNone/>
              <a:defRPr sz="18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2100"/>
              <a:buFont typeface="Arial"/>
              <a:buNone/>
              <a:defRPr sz="27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2100"/>
              <a:buFont typeface="Arial"/>
              <a:buNone/>
              <a:defRPr sz="27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2100"/>
              <a:buFont typeface="Arial"/>
              <a:buNone/>
              <a:defRPr sz="27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2100"/>
              <a:buFont typeface="Arial"/>
              <a:buNone/>
              <a:defRPr sz="27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2100"/>
              <a:buFont typeface="Arial"/>
              <a:buNone/>
              <a:defRPr sz="27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2100"/>
              <a:buFont typeface="Arial"/>
              <a:buNone/>
              <a:defRPr sz="27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2100"/>
              <a:buFont typeface="Arial"/>
              <a:buNone/>
              <a:defRPr sz="27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2100"/>
              <a:buFont typeface="Arial"/>
              <a:buNone/>
              <a:defRPr sz="2700" b="0" i="0" u="none" strike="noStrike" cap="none">
                <a:solidFill>
                  <a:schemeClr val="dk1"/>
                </a:solidFill>
                <a:latin typeface="Calibri"/>
                <a:ea typeface="Calibri"/>
                <a:cs typeface="Calibri"/>
                <a:sym typeface="Calibri"/>
              </a:defRPr>
            </a:lvl9pPr>
          </a:lstStyle>
          <a:p>
            <a:endParaRPr/>
          </a:p>
        </p:txBody>
      </p:sp>
      <p:sp>
        <p:nvSpPr>
          <p:cNvPr id="14" name="Google Shape;14;p12"/>
          <p:cNvSpPr txBox="1">
            <a:spLocks noGrp="1"/>
          </p:cNvSpPr>
          <p:nvPr>
            <p:ph type="sldNum" idx="12"/>
          </p:nvPr>
        </p:nvSpPr>
        <p:spPr>
          <a:xfrm>
            <a:off x="12915900" y="9534525"/>
            <a:ext cx="4114800" cy="547800"/>
          </a:xfrm>
          <a:prstGeom prst="rect">
            <a:avLst/>
          </a:prstGeom>
          <a:noFill/>
          <a:ln>
            <a:noFill/>
          </a:ln>
        </p:spPr>
        <p:txBody>
          <a:bodyPr spcFirstLastPara="1" wrap="square" lIns="137150" tIns="68550" rIns="137150" bIns="68550" anchor="ctr" anchorCtr="0">
            <a:noAutofit/>
          </a:bodyPr>
          <a:lstStyle>
            <a:lvl1pPr marL="0" marR="0" lvl="0"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Lst>
  <mc:AlternateContent xmlns:mc="http://schemas.openxmlformats.org/markup-compatibility/2006" xmlns:p14="http://schemas.microsoft.com/office/powerpoint/2010/main">
    <mc:Choice Requires="p14">
      <p:transition spd="slow" p14:dur="1500">
        <p:push/>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comments" Target="../comments/commen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comments" Target="../comments/commen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comments" Target="../comments/comment3.xml"/><Relationship Id="rId5" Type="http://schemas.openxmlformats.org/officeDocument/2006/relationships/image" Target="../media/image5.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7"/>
        <p:cNvGrpSpPr/>
        <p:nvPr/>
      </p:nvGrpSpPr>
      <p:grpSpPr>
        <a:xfrm>
          <a:off x="0" y="0"/>
          <a:ext cx="0" cy="0"/>
          <a:chOff x="0" y="0"/>
          <a:chExt cx="0" cy="0"/>
        </a:xfrm>
      </p:grpSpPr>
      <p:sp>
        <p:nvSpPr>
          <p:cNvPr id="118" name="Google Shape;118;p1"/>
          <p:cNvSpPr txBox="1"/>
          <p:nvPr/>
        </p:nvSpPr>
        <p:spPr>
          <a:xfrm>
            <a:off x="1472704" y="3751856"/>
            <a:ext cx="8776200" cy="5424900"/>
          </a:xfrm>
          <a:prstGeom prst="rect">
            <a:avLst/>
          </a:prstGeom>
          <a:noFill/>
          <a:ln>
            <a:noFill/>
          </a:ln>
        </p:spPr>
        <p:txBody>
          <a:bodyPr spcFirstLastPara="1" wrap="square" lIns="137150" tIns="68550" rIns="137150" bIns="68550" anchor="t" anchorCtr="0">
            <a:noAutofit/>
          </a:bodyPr>
          <a:lstStyle/>
          <a:p>
            <a:pPr marL="0" marR="0" lvl="0" indent="0" algn="l" rtl="0">
              <a:lnSpc>
                <a:spcPct val="100000"/>
              </a:lnSpc>
              <a:spcBef>
                <a:spcPts val="0"/>
              </a:spcBef>
              <a:spcAft>
                <a:spcPts val="0"/>
              </a:spcAft>
              <a:buClr>
                <a:srgbClr val="888A9C"/>
              </a:buClr>
              <a:buSzPts val="4800"/>
              <a:buFont typeface="Arial"/>
              <a:buNone/>
            </a:pPr>
            <a:r>
              <a:rPr lang="en-US" sz="6000" i="0" u="none" strike="noStrike" cap="none">
                <a:solidFill>
                  <a:schemeClr val="dk1"/>
                </a:solidFill>
                <a:latin typeface="Lato Black"/>
                <a:ea typeface="Lato Black"/>
                <a:cs typeface="Lato Black"/>
                <a:sym typeface="Lato Black"/>
              </a:rPr>
              <a:t>DAY 1 - EARNINGS</a:t>
            </a:r>
            <a:endParaRPr sz="6000" i="0" u="none" strike="noStrike" cap="none">
              <a:solidFill>
                <a:schemeClr val="dk1"/>
              </a:solidFill>
              <a:latin typeface="Lato Black"/>
              <a:ea typeface="Lato Black"/>
              <a:cs typeface="Lato Black"/>
              <a:sym typeface="Lato Black"/>
            </a:endParaRPr>
          </a:p>
          <a:p>
            <a:pPr marL="0" marR="0" lvl="0" indent="0" algn="l" rtl="0">
              <a:lnSpc>
                <a:spcPct val="100000"/>
              </a:lnSpc>
              <a:spcBef>
                <a:spcPts val="0"/>
              </a:spcBef>
              <a:spcAft>
                <a:spcPts val="0"/>
              </a:spcAft>
              <a:buClr>
                <a:srgbClr val="888A9C"/>
              </a:buClr>
              <a:buSzPts val="4800"/>
              <a:buFont typeface="Arial"/>
              <a:buNone/>
            </a:pPr>
            <a:r>
              <a:rPr lang="en-US" sz="6000" i="0" u="none" strike="noStrike" cap="none">
                <a:solidFill>
                  <a:schemeClr val="dk1"/>
                </a:solidFill>
                <a:latin typeface="Lato Black"/>
                <a:ea typeface="Lato Black"/>
                <a:cs typeface="Lato Black"/>
                <a:sym typeface="Lato Black"/>
              </a:rPr>
              <a:t>- OFFSIDE SCALP</a:t>
            </a:r>
            <a:endParaRPr sz="6000" i="0" u="none" strike="noStrike" cap="none">
              <a:solidFill>
                <a:schemeClr val="dk1"/>
              </a:solidFill>
              <a:latin typeface="Lato Black"/>
              <a:ea typeface="Lato Black"/>
              <a:cs typeface="Lato Black"/>
              <a:sym typeface="Lato Black"/>
            </a:endParaRPr>
          </a:p>
          <a:p>
            <a:pPr marL="0" marR="0" lvl="0" indent="0" algn="l" rtl="0">
              <a:lnSpc>
                <a:spcPct val="100000"/>
              </a:lnSpc>
              <a:spcBef>
                <a:spcPts val="1000"/>
              </a:spcBef>
              <a:spcAft>
                <a:spcPts val="0"/>
              </a:spcAft>
              <a:buClr>
                <a:srgbClr val="888A9C"/>
              </a:buClr>
              <a:buSzPts val="4800"/>
              <a:buFont typeface="Arial"/>
              <a:buNone/>
            </a:pPr>
            <a:endParaRPr sz="1500" b="1" i="0" u="none" strike="noStrike" cap="none">
              <a:solidFill>
                <a:schemeClr val="dk1"/>
              </a:solidFill>
              <a:latin typeface="Proxima Nova"/>
              <a:ea typeface="Proxima Nova"/>
              <a:cs typeface="Proxima Nova"/>
              <a:sym typeface="Proxima Nova"/>
            </a:endParaRPr>
          </a:p>
          <a:p>
            <a:pPr marL="0" marR="0" lvl="0" indent="0" algn="l" rtl="0">
              <a:lnSpc>
                <a:spcPct val="100000"/>
              </a:lnSpc>
              <a:spcBef>
                <a:spcPts val="1000"/>
              </a:spcBef>
              <a:spcAft>
                <a:spcPts val="0"/>
              </a:spcAft>
              <a:buClr>
                <a:srgbClr val="888A9C"/>
              </a:buClr>
              <a:buSzPts val="4800"/>
              <a:buFont typeface="Arial"/>
              <a:buNone/>
            </a:pPr>
            <a:r>
              <a:rPr lang="en-US" sz="3000" b="1">
                <a:solidFill>
                  <a:schemeClr val="dk1"/>
                </a:solidFill>
                <a:latin typeface="Lato"/>
                <a:ea typeface="Lato"/>
                <a:cs typeface="Lato"/>
                <a:sym typeface="Lato"/>
              </a:rPr>
              <a:t>Omar Ghias</a:t>
            </a:r>
            <a:endParaRPr sz="2100" b="1" i="0" u="none" strike="noStrike" cap="none">
              <a:solidFill>
                <a:srgbClr val="000000"/>
              </a:solidFill>
              <a:latin typeface="Lato"/>
              <a:ea typeface="Lato"/>
              <a:cs typeface="Lato"/>
              <a:sym typeface="Lato"/>
            </a:endParaRPr>
          </a:p>
          <a:p>
            <a:pPr marL="0" marR="0" lvl="0" indent="0" algn="l" rtl="0">
              <a:lnSpc>
                <a:spcPct val="100000"/>
              </a:lnSpc>
              <a:spcBef>
                <a:spcPts val="1000"/>
              </a:spcBef>
              <a:spcAft>
                <a:spcPts val="0"/>
              </a:spcAft>
              <a:buClr>
                <a:srgbClr val="888A9C"/>
              </a:buClr>
              <a:buSzPts val="4800"/>
              <a:buFont typeface="Arial"/>
              <a:buNone/>
            </a:pPr>
            <a:r>
              <a:rPr lang="en-US" sz="3000" b="1" i="0" u="none" strike="noStrike" cap="none">
                <a:solidFill>
                  <a:schemeClr val="dk1"/>
                </a:solidFill>
                <a:latin typeface="Lato"/>
                <a:ea typeface="Lato"/>
                <a:cs typeface="Lato"/>
                <a:sym typeface="Lato"/>
              </a:rPr>
              <a:t>$SMCI</a:t>
            </a:r>
            <a:endParaRPr sz="2100" b="1" i="0" u="none" strike="noStrike" cap="none">
              <a:solidFill>
                <a:srgbClr val="000000"/>
              </a:solidFill>
              <a:latin typeface="Lato"/>
              <a:ea typeface="Lato"/>
              <a:cs typeface="Lato"/>
              <a:sym typeface="Lato"/>
            </a:endParaRPr>
          </a:p>
          <a:p>
            <a:pPr marL="0" marR="0" lvl="0" indent="0" algn="l" rtl="0">
              <a:lnSpc>
                <a:spcPct val="100000"/>
              </a:lnSpc>
              <a:spcBef>
                <a:spcPts val="1000"/>
              </a:spcBef>
              <a:spcAft>
                <a:spcPts val="0"/>
              </a:spcAft>
              <a:buClr>
                <a:srgbClr val="888A9C"/>
              </a:buClr>
              <a:buSzPts val="4800"/>
              <a:buFont typeface="Arial"/>
              <a:buNone/>
            </a:pPr>
            <a:r>
              <a:rPr lang="en-US" sz="3000" b="1" i="0" u="none" strike="noStrike" cap="none">
                <a:solidFill>
                  <a:schemeClr val="dk1"/>
                </a:solidFill>
                <a:latin typeface="Lato"/>
                <a:ea typeface="Lato"/>
                <a:cs typeface="Lato"/>
                <a:sym typeface="Lato"/>
              </a:rPr>
              <a:t>August 12, 2026</a:t>
            </a:r>
            <a:endParaRPr sz="2100" b="1" i="0" u="none" strike="noStrike" cap="none">
              <a:solidFill>
                <a:srgbClr val="000000"/>
              </a:solidFill>
              <a:latin typeface="Lato"/>
              <a:ea typeface="Lato"/>
              <a:cs typeface="Lato"/>
              <a:sym typeface="Lato"/>
            </a:endParaRPr>
          </a:p>
          <a:p>
            <a:pPr marL="0" marR="0" lvl="0" indent="0" algn="l" rtl="0">
              <a:lnSpc>
                <a:spcPct val="100000"/>
              </a:lnSpc>
              <a:spcBef>
                <a:spcPts val="0"/>
              </a:spcBef>
              <a:spcAft>
                <a:spcPts val="0"/>
              </a:spcAft>
              <a:buClr>
                <a:srgbClr val="000000"/>
              </a:buClr>
              <a:buSzPts val="2700"/>
              <a:buFont typeface="Arial"/>
              <a:buNone/>
            </a:pPr>
            <a:endParaRPr sz="2700" b="0" i="0" u="none" strike="noStrike" cap="none">
              <a:solidFill>
                <a:schemeClr val="dk1"/>
              </a:solidFill>
              <a:latin typeface="Calibri"/>
              <a:ea typeface="Calibri"/>
              <a:cs typeface="Calibri"/>
              <a:sym typeface="Calibri"/>
            </a:endParaRPr>
          </a:p>
        </p:txBody>
      </p:sp>
      <p:pic>
        <p:nvPicPr>
          <p:cNvPr id="119" name="Google Shape;119;p1"/>
          <p:cNvPicPr preferRelativeResize="0"/>
          <p:nvPr/>
        </p:nvPicPr>
        <p:blipFill>
          <a:blip r:embed="rId4">
            <a:alphaModFix/>
          </a:blip>
          <a:stretch>
            <a:fillRect/>
          </a:stretch>
        </p:blipFill>
        <p:spPr>
          <a:xfrm>
            <a:off x="1472700" y="1969775"/>
            <a:ext cx="3580276" cy="12554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49"/>
        <p:cNvGrpSpPr/>
        <p:nvPr/>
      </p:nvGrpSpPr>
      <p:grpSpPr>
        <a:xfrm>
          <a:off x="0" y="0"/>
          <a:ext cx="0" cy="0"/>
          <a:chOff x="0" y="0"/>
          <a:chExt cx="0" cy="0"/>
        </a:xfrm>
      </p:grpSpPr>
      <p:sp>
        <p:nvSpPr>
          <p:cNvPr id="150" name="Google Shape;150;g24a03e67d01_0_9"/>
          <p:cNvSpPr txBox="1"/>
          <p:nvPr/>
        </p:nvSpPr>
        <p:spPr>
          <a:xfrm>
            <a:off x="2859037" y="199875"/>
            <a:ext cx="12569700" cy="1825200"/>
          </a:xfrm>
          <a:prstGeom prst="rect">
            <a:avLst/>
          </a:prstGeom>
          <a:no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chemeClr val="dk1"/>
              </a:buClr>
              <a:buSzPts val="6600"/>
              <a:buFont typeface="Calibri"/>
              <a:buNone/>
            </a:pPr>
            <a:r>
              <a:rPr lang="en-US" sz="4200" dirty="0">
                <a:solidFill>
                  <a:schemeClr val="dk1"/>
                </a:solidFill>
                <a:latin typeface="Lato Black"/>
                <a:ea typeface="Lato Black"/>
                <a:cs typeface="Lato Black"/>
                <a:sym typeface="Lato Black"/>
              </a:rPr>
              <a:t>THE BIG PICTURE</a:t>
            </a:r>
            <a:endParaRPr sz="2100" i="0" u="none" strike="noStrike" cap="none" dirty="0">
              <a:solidFill>
                <a:schemeClr val="dk1"/>
              </a:solidFill>
              <a:latin typeface="Lato Black"/>
              <a:ea typeface="Lato Black"/>
              <a:cs typeface="Lato Black"/>
              <a:sym typeface="Lato Black"/>
            </a:endParaRPr>
          </a:p>
        </p:txBody>
      </p:sp>
      <p:pic>
        <p:nvPicPr>
          <p:cNvPr id="160" name="Picture 159" descr="image.png"/>
          <p:cNvPicPr>
            <a:picLocks noChangeAspect="1"/>
          </p:cNvPicPr>
          <p:nvPr/>
        </p:nvPicPr>
        <p:blipFill>
          <a:blip r:embed="rId4"/>
          <a:stretch>
            <a:fillRect/>
          </a:stretch>
        </p:blipFill>
        <p:spPr>
          <a:xfrm>
            <a:off x="8623313" y="3027474"/>
            <a:ext cx="9260290" cy="4912976"/>
          </a:xfrm>
          <a:prstGeom prst="rect">
            <a:avLst/>
          </a:prstGeom>
        </p:spPr>
      </p:pic>
      <p:grpSp>
        <p:nvGrpSpPr>
          <p:cNvPr id="152" name="Google Shape;152;g24a03e67d01_0_9"/>
          <p:cNvGrpSpPr/>
          <p:nvPr/>
        </p:nvGrpSpPr>
        <p:grpSpPr>
          <a:xfrm>
            <a:off x="568782" y="2094555"/>
            <a:ext cx="6910650" cy="6778800"/>
            <a:chOff x="6318738" y="1547445"/>
            <a:chExt cx="4607100" cy="4519200"/>
          </a:xfrm>
        </p:grpSpPr>
        <p:grpSp>
          <p:nvGrpSpPr>
            <p:cNvPr id="153" name="Google Shape;153;g24a03e67d01_0_9"/>
            <p:cNvGrpSpPr/>
            <p:nvPr/>
          </p:nvGrpSpPr>
          <p:grpSpPr>
            <a:xfrm>
              <a:off x="6318738" y="1547445"/>
              <a:ext cx="4607100" cy="4519200"/>
              <a:chOff x="6318738" y="1547445"/>
              <a:chExt cx="4607100" cy="4519200"/>
            </a:xfrm>
          </p:grpSpPr>
          <p:sp>
            <p:nvSpPr>
              <p:cNvPr id="154" name="Google Shape;154;g24a03e67d01_0_9"/>
              <p:cNvSpPr/>
              <p:nvPr/>
            </p:nvSpPr>
            <p:spPr>
              <a:xfrm>
                <a:off x="6318738" y="1547445"/>
                <a:ext cx="4607100" cy="4519200"/>
              </a:xfrm>
              <a:prstGeom prst="roundRect">
                <a:avLst>
                  <a:gd name="adj" fmla="val 5286"/>
                </a:avLst>
              </a:prstGeom>
              <a:gradFill>
                <a:gsLst>
                  <a:gs pos="0">
                    <a:srgbClr val="002349">
                      <a:alpha val="96470"/>
                    </a:srgbClr>
                  </a:gs>
                  <a:gs pos="100000">
                    <a:srgbClr val="371C53">
                      <a:alpha val="83529"/>
                    </a:srgbClr>
                  </a:gs>
                </a:gsLst>
                <a:lin ang="5400012" scaled="0"/>
              </a:grad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lt1"/>
                  </a:solidFill>
                  <a:latin typeface="Calibri"/>
                  <a:ea typeface="Calibri"/>
                  <a:cs typeface="Calibri"/>
                  <a:sym typeface="Calibri"/>
                </a:endParaRPr>
              </a:p>
            </p:txBody>
          </p:sp>
          <p:sp>
            <p:nvSpPr>
              <p:cNvPr id="155" name="Google Shape;155;g24a03e67d01_0_9"/>
              <p:cNvSpPr/>
              <p:nvPr/>
            </p:nvSpPr>
            <p:spPr>
              <a:xfrm>
                <a:off x="7195038" y="1916724"/>
                <a:ext cx="2842800" cy="712800"/>
              </a:xfrm>
              <a:prstGeom prst="roundRect">
                <a:avLst>
                  <a:gd name="adj" fmla="val 16667"/>
                </a:avLst>
              </a:prstGeom>
              <a:solidFill>
                <a:srgbClr val="344567"/>
              </a:solidFill>
              <a:ln>
                <a:noFill/>
              </a:ln>
              <a:effectLst>
                <a:outerShdw blurRad="317500" dist="38100" dir="2700000" algn="tl" rotWithShape="0">
                  <a:srgbClr val="000000">
                    <a:alpha val="40000"/>
                  </a:srgbClr>
                </a:outerShdw>
              </a:effectLst>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lt1"/>
                  </a:solidFill>
                  <a:latin typeface="Calibri"/>
                  <a:ea typeface="Calibri"/>
                  <a:cs typeface="Calibri"/>
                  <a:sym typeface="Calibri"/>
                </a:endParaRPr>
              </a:p>
            </p:txBody>
          </p:sp>
        </p:grpSp>
        <p:sp>
          <p:nvSpPr>
            <p:cNvPr id="156" name="Google Shape;156;g24a03e67d01_0_9"/>
            <p:cNvSpPr txBox="1"/>
            <p:nvPr/>
          </p:nvSpPr>
          <p:spPr>
            <a:xfrm>
              <a:off x="7195664" y="1832053"/>
              <a:ext cx="2842800" cy="639900"/>
            </a:xfrm>
            <a:prstGeom prst="rect">
              <a:avLst/>
            </a:prstGeom>
            <a:noFill/>
            <a:ln>
              <a:noFill/>
            </a:ln>
          </p:spPr>
          <p:txBody>
            <a:bodyPr spcFirstLastPara="1" wrap="square" lIns="137150" tIns="68550" rIns="137150" bIns="68550" anchor="b" anchorCtr="0">
              <a:noAutofit/>
            </a:bodyPr>
            <a:lstStyle/>
            <a:p>
              <a:pPr marL="0" marR="0" lvl="0" indent="0" algn="ctr" rtl="0">
                <a:lnSpc>
                  <a:spcPct val="90000"/>
                </a:lnSpc>
                <a:spcBef>
                  <a:spcPts val="700"/>
                </a:spcBef>
                <a:spcAft>
                  <a:spcPts val="0"/>
                </a:spcAft>
                <a:buClr>
                  <a:schemeClr val="lt1"/>
                </a:buClr>
                <a:buSzPts val="3600"/>
                <a:buFont typeface="Arial"/>
                <a:buNone/>
              </a:pPr>
              <a:endParaRPr sz="2100" b="0" i="0" u="none" strike="noStrike" cap="none">
                <a:solidFill>
                  <a:srgbClr val="000000"/>
                </a:solidFill>
                <a:latin typeface="Arial"/>
                <a:ea typeface="Arial"/>
                <a:cs typeface="Arial"/>
                <a:sym typeface="Arial"/>
              </a:endParaRPr>
            </a:p>
          </p:txBody>
        </p:sp>
      </p:grpSp>
      <p:sp>
        <p:nvSpPr>
          <p:cNvPr id="157" name="Google Shape;157;g24a03e67d01_0_9"/>
          <p:cNvSpPr txBox="1"/>
          <p:nvPr/>
        </p:nvSpPr>
        <p:spPr>
          <a:xfrm>
            <a:off x="1905338" y="2664638"/>
            <a:ext cx="4239900" cy="1078800"/>
          </a:xfrm>
          <a:prstGeom prst="rect">
            <a:avLst/>
          </a:prstGeom>
          <a:noFill/>
          <a:ln>
            <a:noFill/>
          </a:ln>
        </p:spPr>
        <p:txBody>
          <a:bodyPr spcFirstLastPara="1" wrap="square" lIns="137150" tIns="137150" rIns="137150" bIns="137150" anchor="ctr" anchorCtr="0">
            <a:noAutofit/>
          </a:bodyPr>
          <a:lstStyle/>
          <a:p>
            <a:pPr marL="0" lvl="0" indent="0" algn="ctr" rtl="0">
              <a:lnSpc>
                <a:spcPct val="90000"/>
              </a:lnSpc>
              <a:spcBef>
                <a:spcPts val="700"/>
              </a:spcBef>
              <a:spcAft>
                <a:spcPts val="0"/>
              </a:spcAft>
              <a:buNone/>
            </a:pPr>
            <a:r>
              <a:rPr lang="en-US" sz="3600" b="1">
                <a:solidFill>
                  <a:schemeClr val="lt1"/>
                </a:solidFill>
                <a:latin typeface="Lato"/>
                <a:ea typeface="Lato"/>
                <a:cs typeface="Lato"/>
                <a:sym typeface="Lato"/>
              </a:rPr>
              <a:t>$SPY</a:t>
            </a:r>
            <a:endParaRPr sz="2100"/>
          </a:p>
        </p:txBody>
      </p:sp>
      <p:sp>
        <p:nvSpPr>
          <p:cNvPr id="158" name="Google Shape;158;g24a03e67d01_0_9"/>
          <p:cNvSpPr txBox="1"/>
          <p:nvPr/>
        </p:nvSpPr>
        <p:spPr>
          <a:xfrm>
            <a:off x="776253" y="3910262"/>
            <a:ext cx="6495900" cy="4646700"/>
          </a:xfrm>
          <a:prstGeom prst="rect">
            <a:avLst/>
          </a:prstGeom>
          <a:noFill/>
          <a:ln>
            <a:noFill/>
          </a:ln>
        </p:spPr>
        <p:txBody>
          <a:bodyPr spcFirstLastPara="1" wrap="square" lIns="137150" tIns="68550" rIns="137150" bIns="68550" anchor="t" anchorCtr="0">
            <a:noAutofit/>
          </a:bodyPr>
          <a:lstStyle/>
          <a:p>
            <a:pPr marL="685800" marR="0" lvl="0" indent="-495300" algn="l" rtl="0">
              <a:lnSpc>
                <a:spcPct val="100000"/>
              </a:lnSpc>
              <a:spcBef>
                <a:spcPts val="0"/>
              </a:spcBef>
              <a:spcAft>
                <a:spcPts val="0"/>
              </a:spcAft>
              <a:buClr>
                <a:schemeClr val="lt1"/>
              </a:buClr>
              <a:buSzPts val="2400"/>
              <a:buFont typeface="Lato"/>
              <a:buChar char="•"/>
            </a:pPr>
            <a:r>
              <a:rPr lang="en-US" sz="1600" i="0" u="none" strike="noStrike" cap="none" dirty="0">
                <a:solidFill>
                  <a:schemeClr val="lt1"/>
                </a:solidFill>
                <a:latin typeface="Lato"/>
                <a:ea typeface="Lato"/>
                <a:cs typeface="Lato"/>
                <a:sym typeface="Lato"/>
              </a:rPr>
              <a:t>TECHNICAL: SPY sits in a confirmed uptrend, closing at 772.49, just 0.56% below its 52-week high of 776.85 set August 5. Price is stacked above all four key moving averages: the 9-day (767.08), 20-day (753.19), 50-day (748.12) and 200-day (704.50), running about 9.65% over the 200-day. The tape has climbed off the June 26 swing low of 716.58, gaining 2.75% over the past month as it pressed back toward the highs.</a:t>
            </a:r>
            <a:endParaRPr lang="en-US" sz="1600" dirty="0">
              <a:solidFill>
                <a:schemeClr val="lt1"/>
              </a:solidFill>
              <a:latin typeface="Lato"/>
              <a:ea typeface="Lato"/>
              <a:cs typeface="Lato"/>
              <a:sym typeface="Lato"/>
            </a:endParaRPr>
          </a:p>
          <a:p>
            <a:pPr marL="685800" marR="0" lvl="0" indent="-495300" algn="l" rtl="0">
              <a:lnSpc>
                <a:spcPct val="100000"/>
              </a:lnSpc>
              <a:spcBef>
                <a:spcPts val="0"/>
              </a:spcBef>
              <a:spcAft>
                <a:spcPts val="0"/>
              </a:spcAft>
              <a:buClr>
                <a:schemeClr val="lt1"/>
              </a:buClr>
              <a:buSzPts val="2400"/>
              <a:buFont typeface="Lato"/>
              <a:buChar char="•"/>
            </a:pPr>
            <a:endParaRPr lang="en-US" sz="1600" i="0" u="none" strike="noStrike" cap="none" dirty="0">
              <a:solidFill>
                <a:schemeClr val="lt1"/>
              </a:solidFill>
              <a:latin typeface="Lato"/>
              <a:ea typeface="Lato"/>
              <a:cs typeface="Lato"/>
              <a:sym typeface="Lato"/>
            </a:endParaRPr>
          </a:p>
          <a:p>
            <a:pPr marL="685800" marR="0" lvl="0" indent="-495300" algn="l" rtl="0">
              <a:lnSpc>
                <a:spcPct val="100000"/>
              </a:lnSpc>
              <a:spcBef>
                <a:spcPts val="0"/>
              </a:spcBef>
              <a:spcAft>
                <a:spcPts val="0"/>
              </a:spcAft>
              <a:buClr>
                <a:schemeClr val="lt1"/>
              </a:buClr>
              <a:buSzPts val="2400"/>
              <a:buFont typeface="Lato"/>
              <a:buChar char="•"/>
            </a:pPr>
            <a:r>
              <a:rPr lang="en-US" sz="1600" i="0" u="none" strike="noStrike" cap="none" dirty="0">
                <a:solidFill>
                  <a:schemeClr val="lt1"/>
                </a:solidFill>
                <a:latin typeface="Lato"/>
                <a:ea typeface="Lato"/>
                <a:cs typeface="Lato"/>
                <a:sym typeface="Lato"/>
              </a:rPr>
              <a:t>FUNDAMENTAL: The broad rally that commenced July 30 accelerated into early August, with the S&amp;P 500 closing at a record high supported by strong corporate earnings, a rebound in tech shares and hopes for progress reopening the Strait of Hormuz, surging 1.79% to 7,737, its first record in two months. Among the reasons cited were optimistic comments from Treasury Secretary Bessent, booming earnings and a chart breakout. More recently, oil rose as traders assessed mixed signals from the U.S. and Iran amid worries a deal to open the Strait may not come soon, tempering the surge.</a:t>
            </a:r>
            <a:endParaRPr sz="1600" b="0" i="0" u="none" strike="noStrike" cap="none" dirty="0">
              <a:solidFill>
                <a:schemeClr val="lt1"/>
              </a:solidFill>
              <a:latin typeface="Calibri"/>
              <a:ea typeface="Calibri"/>
              <a:cs typeface="Calibri"/>
              <a:sym typeface="Calibri"/>
            </a:endParaRPr>
          </a:p>
          <a:p>
            <a:pPr marL="342900" marR="0" lvl="0" indent="-190500" algn="l" rtl="0">
              <a:lnSpc>
                <a:spcPct val="90000"/>
              </a:lnSpc>
              <a:spcBef>
                <a:spcPts val="0"/>
              </a:spcBef>
              <a:spcAft>
                <a:spcPts val="0"/>
              </a:spcAft>
              <a:buClr>
                <a:schemeClr val="dk1"/>
              </a:buClr>
              <a:buSzPts val="2400"/>
              <a:buFont typeface="Arial"/>
              <a:buNone/>
            </a:pPr>
            <a:endParaRPr sz="1600" b="0" i="0" u="none" strike="noStrike" cap="none" dirty="0">
              <a:solidFill>
                <a:schemeClr val="lt1"/>
              </a:solidFill>
              <a:latin typeface="Calibri"/>
              <a:ea typeface="Calibri"/>
              <a:cs typeface="Calibri"/>
              <a:sym typeface="Calibri"/>
            </a:endParaRPr>
          </a:p>
          <a:p>
            <a:pPr marL="1117600" marR="0" lvl="0" indent="-279400" algn="l" rtl="0">
              <a:lnSpc>
                <a:spcPct val="90000"/>
              </a:lnSpc>
              <a:spcBef>
                <a:spcPts val="700"/>
              </a:spcBef>
              <a:spcAft>
                <a:spcPts val="0"/>
              </a:spcAft>
              <a:buClr>
                <a:schemeClr val="dk1"/>
              </a:buClr>
              <a:buSzPts val="2400"/>
              <a:buFont typeface="Arial"/>
              <a:buNone/>
            </a:pPr>
            <a:endParaRPr sz="2400" b="0" i="0" u="none" strike="noStrike" cap="none" dirty="0">
              <a:solidFill>
                <a:schemeClr val="lt1"/>
              </a:solidFill>
              <a:latin typeface="Calibri"/>
              <a:ea typeface="Calibri"/>
              <a:cs typeface="Calibri"/>
              <a:sym typeface="Calibri"/>
            </a:endParaRPr>
          </a:p>
        </p:txBody>
      </p:sp>
      <p:pic>
        <p:nvPicPr>
          <p:cNvPr id="159" name="Google Shape;159;g24a03e67d01_0_9"/>
          <p:cNvPicPr preferRelativeResize="0"/>
          <p:nvPr/>
        </p:nvPicPr>
        <p:blipFill>
          <a:blip r:embed="rId5">
            <a:alphaModFix/>
          </a:blip>
          <a:stretch>
            <a:fillRect/>
          </a:stretch>
        </p:blipFill>
        <p:spPr>
          <a:xfrm>
            <a:off x="0" y="0"/>
            <a:ext cx="3371850" cy="8667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alphaModFix/>
          </a:blip>
          <a:stretch>
            <a:fillRect/>
          </a:stretch>
        </a:blipFill>
        <a:effectLst/>
      </p:bgPr>
    </p:bg>
    <p:spTree>
      <p:nvGrpSpPr>
        <p:cNvPr id="1" name="Shape 149"/>
        <p:cNvGrpSpPr/>
        <p:nvPr/>
      </p:nvGrpSpPr>
      <p:grpSpPr>
        <a:xfrm>
          <a:off x="0" y="0"/>
          <a:ext cx="0" cy="0"/>
          <a:chOff x="0" y="0"/>
          <a:chExt cx="0" cy="0"/>
        </a:xfrm>
      </p:grpSpPr>
      <p:sp>
        <p:nvSpPr>
          <p:cNvPr id="150" name="Google Shape;150;g24a03e67d01_0_9"/>
          <p:cNvSpPr txBox="1"/>
          <p:nvPr/>
        </p:nvSpPr>
        <p:spPr>
          <a:xfrm>
            <a:off x="2859037" y="199875"/>
            <a:ext cx="12569700" cy="1825200"/>
          </a:xfrm>
          <a:prstGeom prst="rect">
            <a:avLst/>
          </a:prstGeom>
          <a:no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chemeClr val="dk1"/>
              </a:buClr>
              <a:buSzPts val="6600"/>
              <a:buFont typeface="Calibri"/>
              <a:buNone/>
            </a:pPr>
            <a:r>
              <a:rPr lang="en-US" sz="4200" dirty="0">
                <a:solidFill>
                  <a:schemeClr val="dk1"/>
                </a:solidFill>
                <a:latin typeface="Lato Black"/>
                <a:ea typeface="Lato Black"/>
                <a:cs typeface="Lato Black"/>
                <a:sym typeface="Lato Black"/>
              </a:rPr>
              <a:t>THE BIG PICTURE</a:t>
            </a:r>
            <a:endParaRPr sz="2100" i="0" u="none" strike="noStrike" cap="none" dirty="0">
              <a:solidFill>
                <a:schemeClr val="dk1"/>
              </a:solidFill>
              <a:latin typeface="Lato Black"/>
              <a:ea typeface="Lato Black"/>
              <a:cs typeface="Lato Black"/>
              <a:sym typeface="Lato Black"/>
            </a:endParaRPr>
          </a:p>
        </p:txBody>
      </p:sp>
      <p:pic>
        <p:nvPicPr>
          <p:cNvPr id="160" name="Picture 159" descr="image.png"/>
          <p:cNvPicPr>
            <a:picLocks noChangeAspect="1"/>
          </p:cNvPicPr>
          <p:nvPr/>
        </p:nvPicPr>
        <p:blipFill>
          <a:blip r:embed="rId3"/>
          <a:stretch>
            <a:fillRect/>
          </a:stretch>
        </p:blipFill>
        <p:spPr>
          <a:xfrm>
            <a:off x="8623313" y="3027474"/>
            <a:ext cx="9260290" cy="4912976"/>
          </a:xfrm>
          <a:prstGeom prst="rect">
            <a:avLst/>
          </a:prstGeom>
        </p:spPr>
      </p:pic>
      <p:grpSp>
        <p:nvGrpSpPr>
          <p:cNvPr id="152" name="Google Shape;152;g24a03e67d01_0_9"/>
          <p:cNvGrpSpPr/>
          <p:nvPr/>
        </p:nvGrpSpPr>
        <p:grpSpPr>
          <a:xfrm>
            <a:off x="568782" y="2094555"/>
            <a:ext cx="6910650" cy="6778800"/>
            <a:chOff x="6318738" y="1547445"/>
            <a:chExt cx="4607100" cy="4519200"/>
          </a:xfrm>
        </p:grpSpPr>
        <p:grpSp>
          <p:nvGrpSpPr>
            <p:cNvPr id="153" name="Google Shape;153;g24a03e67d01_0_9"/>
            <p:cNvGrpSpPr/>
            <p:nvPr/>
          </p:nvGrpSpPr>
          <p:grpSpPr>
            <a:xfrm>
              <a:off x="6318738" y="1547445"/>
              <a:ext cx="4607100" cy="4519200"/>
              <a:chOff x="6318738" y="1547445"/>
              <a:chExt cx="4607100" cy="4519200"/>
            </a:xfrm>
          </p:grpSpPr>
          <p:sp>
            <p:nvSpPr>
              <p:cNvPr id="154" name="Google Shape;154;g24a03e67d01_0_9"/>
              <p:cNvSpPr/>
              <p:nvPr/>
            </p:nvSpPr>
            <p:spPr>
              <a:xfrm>
                <a:off x="6318738" y="1547445"/>
                <a:ext cx="4607100" cy="4519200"/>
              </a:xfrm>
              <a:prstGeom prst="roundRect">
                <a:avLst>
                  <a:gd name="adj" fmla="val 5286"/>
                </a:avLst>
              </a:prstGeom>
              <a:gradFill>
                <a:gsLst>
                  <a:gs pos="0">
                    <a:srgbClr val="002349">
                      <a:alpha val="96470"/>
                    </a:srgbClr>
                  </a:gs>
                  <a:gs pos="100000">
                    <a:srgbClr val="371C53">
                      <a:alpha val="83529"/>
                    </a:srgbClr>
                  </a:gs>
                </a:gsLst>
                <a:lin ang="5400012" scaled="0"/>
              </a:grad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lt1"/>
                  </a:solidFill>
                  <a:latin typeface="Calibri"/>
                  <a:ea typeface="Calibri"/>
                  <a:cs typeface="Calibri"/>
                  <a:sym typeface="Calibri"/>
                </a:endParaRPr>
              </a:p>
            </p:txBody>
          </p:sp>
          <p:sp>
            <p:nvSpPr>
              <p:cNvPr id="155" name="Google Shape;155;g24a03e67d01_0_9"/>
              <p:cNvSpPr/>
              <p:nvPr/>
            </p:nvSpPr>
            <p:spPr>
              <a:xfrm>
                <a:off x="7195038" y="1916724"/>
                <a:ext cx="2842800" cy="712800"/>
              </a:xfrm>
              <a:prstGeom prst="roundRect">
                <a:avLst>
                  <a:gd name="adj" fmla="val 16667"/>
                </a:avLst>
              </a:prstGeom>
              <a:solidFill>
                <a:srgbClr val="344567"/>
              </a:solidFill>
              <a:ln>
                <a:noFill/>
              </a:ln>
              <a:effectLst>
                <a:outerShdw blurRad="317500" dist="38100" dir="2700000" algn="tl" rotWithShape="0">
                  <a:srgbClr val="000000">
                    <a:alpha val="40000"/>
                  </a:srgbClr>
                </a:outerShdw>
              </a:effectLst>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lt1"/>
                  </a:solidFill>
                  <a:latin typeface="Calibri"/>
                  <a:ea typeface="Calibri"/>
                  <a:cs typeface="Calibri"/>
                  <a:sym typeface="Calibri"/>
                </a:endParaRPr>
              </a:p>
            </p:txBody>
          </p:sp>
        </p:grpSp>
        <p:sp>
          <p:nvSpPr>
            <p:cNvPr id="156" name="Google Shape;156;g24a03e67d01_0_9"/>
            <p:cNvSpPr txBox="1"/>
            <p:nvPr/>
          </p:nvSpPr>
          <p:spPr>
            <a:xfrm>
              <a:off x="7195664" y="1832053"/>
              <a:ext cx="2842800" cy="639900"/>
            </a:xfrm>
            <a:prstGeom prst="rect">
              <a:avLst/>
            </a:prstGeom>
            <a:noFill/>
            <a:ln>
              <a:noFill/>
            </a:ln>
          </p:spPr>
          <p:txBody>
            <a:bodyPr spcFirstLastPara="1" wrap="square" lIns="137150" tIns="68550" rIns="137150" bIns="68550" anchor="b" anchorCtr="0">
              <a:noAutofit/>
            </a:bodyPr>
            <a:lstStyle/>
            <a:p>
              <a:pPr marL="0" marR="0" lvl="0" indent="0" algn="ctr" rtl="0">
                <a:lnSpc>
                  <a:spcPct val="90000"/>
                </a:lnSpc>
                <a:spcBef>
                  <a:spcPts val="700"/>
                </a:spcBef>
                <a:spcAft>
                  <a:spcPts val="0"/>
                </a:spcAft>
                <a:buClr>
                  <a:schemeClr val="lt1"/>
                </a:buClr>
                <a:buSzPts val="3600"/>
                <a:buFont typeface="Arial"/>
                <a:buNone/>
              </a:pPr>
              <a:endParaRPr sz="2100" b="0" i="0" u="none" strike="noStrike" cap="none">
                <a:solidFill>
                  <a:srgbClr val="000000"/>
                </a:solidFill>
                <a:latin typeface="Arial"/>
                <a:ea typeface="Arial"/>
                <a:cs typeface="Arial"/>
                <a:sym typeface="Arial"/>
              </a:endParaRPr>
            </a:p>
          </p:txBody>
        </p:sp>
      </p:grpSp>
      <p:sp>
        <p:nvSpPr>
          <p:cNvPr id="157" name="Google Shape;157;g24a03e67d01_0_9"/>
          <p:cNvSpPr txBox="1"/>
          <p:nvPr/>
        </p:nvSpPr>
        <p:spPr>
          <a:xfrm>
            <a:off x="1905338" y="2664638"/>
            <a:ext cx="4239900" cy="1078800"/>
          </a:xfrm>
          <a:prstGeom prst="rect">
            <a:avLst/>
          </a:prstGeom>
          <a:noFill/>
          <a:ln>
            <a:noFill/>
          </a:ln>
        </p:spPr>
        <p:txBody>
          <a:bodyPr spcFirstLastPara="1" wrap="square" lIns="137150" tIns="137150" rIns="137150" bIns="137150" anchor="ctr" anchorCtr="0">
            <a:noAutofit/>
          </a:bodyPr>
          <a:lstStyle/>
          <a:p>
            <a:pPr marL="0" lvl="0" indent="0" algn="ctr" rtl="0">
              <a:lnSpc>
                <a:spcPct val="90000"/>
              </a:lnSpc>
              <a:spcBef>
                <a:spcPts val="700"/>
              </a:spcBef>
              <a:spcAft>
                <a:spcPts val="0"/>
              </a:spcAft>
              <a:buNone/>
            </a:pPr>
            <a:r>
              <a:rPr lang="en-US" sz="3600" b="1">
                <a:solidFill>
                  <a:schemeClr val="lt1"/>
                </a:solidFill>
                <a:latin typeface="Lato"/>
                <a:ea typeface="Lato"/>
                <a:cs typeface="Lato"/>
                <a:sym typeface="Lato"/>
              </a:rPr>
              <a:t>$QQQ</a:t>
            </a:r>
            <a:endParaRPr sz="2100"/>
          </a:p>
        </p:txBody>
      </p:sp>
      <p:sp>
        <p:nvSpPr>
          <p:cNvPr id="158" name="Google Shape;158;g24a03e67d01_0_9"/>
          <p:cNvSpPr txBox="1"/>
          <p:nvPr/>
        </p:nvSpPr>
        <p:spPr>
          <a:xfrm>
            <a:off x="776253" y="3910262"/>
            <a:ext cx="6495900" cy="4646700"/>
          </a:xfrm>
          <a:prstGeom prst="rect">
            <a:avLst/>
          </a:prstGeom>
          <a:noFill/>
          <a:ln>
            <a:noFill/>
          </a:ln>
        </p:spPr>
        <p:txBody>
          <a:bodyPr spcFirstLastPara="1" wrap="square" lIns="137150" tIns="68550" rIns="137150" bIns="68550" anchor="t" anchorCtr="0">
            <a:noAutofit/>
          </a:bodyPr>
          <a:lstStyle/>
          <a:p>
            <a:pPr marL="685800" marR="0" lvl="0" indent="-495300" algn="l" rtl="0">
              <a:lnSpc>
                <a:spcPct val="100000"/>
              </a:lnSpc>
              <a:spcBef>
                <a:spcPts val="0"/>
              </a:spcBef>
              <a:spcAft>
                <a:spcPts val="0"/>
              </a:spcAft>
              <a:buClr>
                <a:schemeClr val="lt1"/>
              </a:buClr>
              <a:buSzPts val="2400"/>
              <a:buFont typeface="Lato"/>
              <a:buChar char="•"/>
            </a:pPr>
            <a:r>
              <a:rPr lang="en-US" sz="1600" i="0" u="none" strike="noStrike" cap="none" dirty="0">
                <a:solidFill>
                  <a:schemeClr val="lt1"/>
                </a:solidFill>
                <a:latin typeface="Lato"/>
                <a:ea typeface="Lato"/>
                <a:cs typeface="Lato"/>
                <a:sym typeface="Lato"/>
              </a:rPr>
              <a:t>TECHNICAL: QQQ holds an uptrend, closing at 723.70, sitting 3.33% under its 52-week high of 748.65 from June 3, which also marks the recent swing high. Price is above the 9-day (714.43), 20-day (701.03), 50-day (713.49) and 200-day (649.53), running roughly 11.42% over the 200-day. The rebound from the July 29 swing low of 661.14 has been sharp, though the past month shows only a 0.56% gain as the tape consolidates near prior peaks.</a:t>
            </a:r>
            <a:endParaRPr lang="en-US" sz="1600" dirty="0">
              <a:solidFill>
                <a:schemeClr val="lt1"/>
              </a:solidFill>
              <a:latin typeface="Lato"/>
              <a:ea typeface="Lato"/>
              <a:cs typeface="Lato"/>
              <a:sym typeface="Lato"/>
            </a:endParaRPr>
          </a:p>
          <a:p>
            <a:pPr marL="685800" marR="0" lvl="0" indent="-495300" algn="l" rtl="0">
              <a:lnSpc>
                <a:spcPct val="100000"/>
              </a:lnSpc>
              <a:spcBef>
                <a:spcPts val="0"/>
              </a:spcBef>
              <a:spcAft>
                <a:spcPts val="0"/>
              </a:spcAft>
              <a:buClr>
                <a:schemeClr val="lt1"/>
              </a:buClr>
              <a:buSzPts val="2400"/>
              <a:buFont typeface="Lato"/>
              <a:buChar char="•"/>
            </a:pPr>
            <a:endParaRPr lang="en-US" sz="1600" i="0" u="none" strike="noStrike" cap="none" dirty="0">
              <a:solidFill>
                <a:schemeClr val="lt1"/>
              </a:solidFill>
              <a:latin typeface="Lato"/>
              <a:ea typeface="Lato"/>
              <a:cs typeface="Lato"/>
              <a:sym typeface="Lato"/>
            </a:endParaRPr>
          </a:p>
          <a:p>
            <a:pPr marL="685800" marR="0" lvl="0" indent="-495300" algn="l" rtl="0">
              <a:lnSpc>
                <a:spcPct val="100000"/>
              </a:lnSpc>
              <a:spcBef>
                <a:spcPts val="0"/>
              </a:spcBef>
              <a:spcAft>
                <a:spcPts val="0"/>
              </a:spcAft>
              <a:buClr>
                <a:schemeClr val="lt1"/>
              </a:buClr>
              <a:buSzPts val="2400"/>
              <a:buFont typeface="Lato"/>
              <a:buChar char="•"/>
            </a:pPr>
            <a:r>
              <a:rPr lang="en-US" sz="1600" i="0" u="none" strike="noStrike" cap="none" dirty="0">
                <a:solidFill>
                  <a:schemeClr val="lt1"/>
                </a:solidFill>
                <a:latin typeface="Lato"/>
                <a:ea typeface="Lato"/>
                <a:cs typeface="Lato"/>
                <a:sym typeface="Lato"/>
              </a:rPr>
              <a:t>FUNDAMENTAL: Tech led the rally that began July 30 after a wobble, as the Nasdaq 100 rose over 3% Tuesday after dropping into a shallow correction the prior week. The move rides an AI-capex theme, with Bank of America maintaining a buy on Nvidia as a top pick, calling memory and 'circular financing' concerns overblown and expecting a revenue beat and raised outlook ahead of its report on Aug. 26. </a:t>
            </a:r>
            <a:r>
              <a:rPr lang="en-US" sz="1600" i="0" u="none" strike="noStrike" cap="none" dirty="0" err="1">
                <a:solidFill>
                  <a:schemeClr val="lt1"/>
                </a:solidFill>
                <a:latin typeface="Lato"/>
                <a:ea typeface="Lato"/>
                <a:cs typeface="Lato"/>
                <a:sym typeface="Lato"/>
              </a:rPr>
              <a:t>Megacaps</a:t>
            </a:r>
            <a:r>
              <a:rPr lang="en-US" sz="1600" i="0" u="none" strike="noStrike" cap="none" dirty="0">
                <a:solidFill>
                  <a:schemeClr val="lt1"/>
                </a:solidFill>
                <a:latin typeface="Lato"/>
                <a:ea typeface="Lato"/>
                <a:cs typeface="Lato"/>
                <a:sym typeface="Lato"/>
              </a:rPr>
              <a:t> have lagged the broad index, as the Magnificent Seven fund is up only around 5% in 2026 versus the S&amp;P 500's 13%, underscoring recent rotation.</a:t>
            </a:r>
            <a:endParaRPr sz="1600" b="0" i="0" u="none" strike="noStrike" cap="none" dirty="0">
              <a:solidFill>
                <a:schemeClr val="lt1"/>
              </a:solidFill>
              <a:latin typeface="Calibri"/>
              <a:ea typeface="Calibri"/>
              <a:cs typeface="Calibri"/>
              <a:sym typeface="Calibri"/>
            </a:endParaRPr>
          </a:p>
          <a:p>
            <a:pPr marL="342900" marR="0" lvl="0" indent="-190500" algn="l" rtl="0">
              <a:lnSpc>
                <a:spcPct val="90000"/>
              </a:lnSpc>
              <a:spcBef>
                <a:spcPts val="0"/>
              </a:spcBef>
              <a:spcAft>
                <a:spcPts val="0"/>
              </a:spcAft>
              <a:buClr>
                <a:schemeClr val="dk1"/>
              </a:buClr>
              <a:buSzPts val="2400"/>
              <a:buFont typeface="Arial"/>
              <a:buNone/>
            </a:pPr>
            <a:endParaRPr sz="2400" b="0" i="0" u="none" strike="noStrike" cap="none" dirty="0">
              <a:solidFill>
                <a:schemeClr val="lt1"/>
              </a:solidFill>
              <a:latin typeface="Calibri"/>
              <a:ea typeface="Calibri"/>
              <a:cs typeface="Calibri"/>
              <a:sym typeface="Calibri"/>
            </a:endParaRPr>
          </a:p>
          <a:p>
            <a:pPr marL="1117600" marR="0" lvl="0" indent="-279400" algn="l" rtl="0">
              <a:lnSpc>
                <a:spcPct val="90000"/>
              </a:lnSpc>
              <a:spcBef>
                <a:spcPts val="700"/>
              </a:spcBef>
              <a:spcAft>
                <a:spcPts val="0"/>
              </a:spcAft>
              <a:buClr>
                <a:schemeClr val="dk1"/>
              </a:buClr>
              <a:buSzPts val="2400"/>
              <a:buFont typeface="Arial"/>
              <a:buNone/>
            </a:pPr>
            <a:endParaRPr sz="2400" b="0" i="0" u="none" strike="noStrike" cap="none" dirty="0">
              <a:solidFill>
                <a:schemeClr val="lt1"/>
              </a:solidFill>
              <a:latin typeface="Calibri"/>
              <a:ea typeface="Calibri"/>
              <a:cs typeface="Calibri"/>
              <a:sym typeface="Calibri"/>
            </a:endParaRPr>
          </a:p>
        </p:txBody>
      </p:sp>
      <p:pic>
        <p:nvPicPr>
          <p:cNvPr id="159" name="Google Shape;159;g24a03e67d01_0_9"/>
          <p:cNvPicPr preferRelativeResize="0"/>
          <p:nvPr/>
        </p:nvPicPr>
        <p:blipFill>
          <a:blip r:embed="rId4">
            <a:alphaModFix/>
          </a:blip>
          <a:stretch>
            <a:fillRect/>
          </a:stretch>
        </p:blipFill>
        <p:spPr>
          <a:xfrm>
            <a:off x="0" y="0"/>
            <a:ext cx="3371850" cy="8667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alphaModFix/>
          </a:blip>
          <a:stretch>
            <a:fillRect/>
          </a:stretch>
        </a:blipFill>
        <a:effectLst/>
      </p:bgPr>
    </p:bg>
    <p:spTree>
      <p:nvGrpSpPr>
        <p:cNvPr id="1" name="Shape 149"/>
        <p:cNvGrpSpPr/>
        <p:nvPr/>
      </p:nvGrpSpPr>
      <p:grpSpPr>
        <a:xfrm>
          <a:off x="0" y="0"/>
          <a:ext cx="0" cy="0"/>
          <a:chOff x="0" y="0"/>
          <a:chExt cx="0" cy="0"/>
        </a:xfrm>
      </p:grpSpPr>
      <p:sp>
        <p:nvSpPr>
          <p:cNvPr id="150" name="Google Shape;150;g24a03e67d01_0_9"/>
          <p:cNvSpPr txBox="1"/>
          <p:nvPr/>
        </p:nvSpPr>
        <p:spPr>
          <a:xfrm>
            <a:off x="2859037" y="199875"/>
            <a:ext cx="12569700" cy="1825200"/>
          </a:xfrm>
          <a:prstGeom prst="rect">
            <a:avLst/>
          </a:prstGeom>
          <a:no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chemeClr val="dk1"/>
              </a:buClr>
              <a:buSzPts val="6600"/>
              <a:buFont typeface="Calibri"/>
              <a:buNone/>
            </a:pPr>
            <a:r>
              <a:rPr lang="en-US" sz="4200" dirty="0">
                <a:solidFill>
                  <a:schemeClr val="dk1"/>
                </a:solidFill>
                <a:latin typeface="Lato Black"/>
                <a:ea typeface="Lato Black"/>
                <a:cs typeface="Lato Black"/>
                <a:sym typeface="Lato Black"/>
              </a:rPr>
              <a:t>THE BIG PICTURE</a:t>
            </a:r>
            <a:endParaRPr sz="2100" i="0" u="none" strike="noStrike" cap="none" dirty="0">
              <a:solidFill>
                <a:schemeClr val="dk1"/>
              </a:solidFill>
              <a:latin typeface="Lato Black"/>
              <a:ea typeface="Lato Black"/>
              <a:cs typeface="Lato Black"/>
              <a:sym typeface="Lato Black"/>
            </a:endParaRPr>
          </a:p>
        </p:txBody>
      </p:sp>
      <p:pic>
        <p:nvPicPr>
          <p:cNvPr id="160" name="Picture 159" descr="image.png"/>
          <p:cNvPicPr>
            <a:picLocks noChangeAspect="1"/>
          </p:cNvPicPr>
          <p:nvPr/>
        </p:nvPicPr>
        <p:blipFill>
          <a:blip r:embed="rId3"/>
          <a:stretch>
            <a:fillRect/>
          </a:stretch>
        </p:blipFill>
        <p:spPr>
          <a:xfrm>
            <a:off x="8623313" y="3027474"/>
            <a:ext cx="9260290" cy="4912976"/>
          </a:xfrm>
          <a:prstGeom prst="rect">
            <a:avLst/>
          </a:prstGeom>
        </p:spPr>
      </p:pic>
      <p:grpSp>
        <p:nvGrpSpPr>
          <p:cNvPr id="152" name="Google Shape;152;g24a03e67d01_0_9"/>
          <p:cNvGrpSpPr/>
          <p:nvPr/>
        </p:nvGrpSpPr>
        <p:grpSpPr>
          <a:xfrm>
            <a:off x="568782" y="2094555"/>
            <a:ext cx="6910650" cy="6778800"/>
            <a:chOff x="6318738" y="1547445"/>
            <a:chExt cx="4607100" cy="4519200"/>
          </a:xfrm>
        </p:grpSpPr>
        <p:grpSp>
          <p:nvGrpSpPr>
            <p:cNvPr id="153" name="Google Shape;153;g24a03e67d01_0_9"/>
            <p:cNvGrpSpPr/>
            <p:nvPr/>
          </p:nvGrpSpPr>
          <p:grpSpPr>
            <a:xfrm>
              <a:off x="6318738" y="1547445"/>
              <a:ext cx="4607100" cy="4519200"/>
              <a:chOff x="6318738" y="1547445"/>
              <a:chExt cx="4607100" cy="4519200"/>
            </a:xfrm>
          </p:grpSpPr>
          <p:sp>
            <p:nvSpPr>
              <p:cNvPr id="154" name="Google Shape;154;g24a03e67d01_0_9"/>
              <p:cNvSpPr/>
              <p:nvPr/>
            </p:nvSpPr>
            <p:spPr>
              <a:xfrm>
                <a:off x="6318738" y="1547445"/>
                <a:ext cx="4607100" cy="4519200"/>
              </a:xfrm>
              <a:prstGeom prst="roundRect">
                <a:avLst>
                  <a:gd name="adj" fmla="val 5286"/>
                </a:avLst>
              </a:prstGeom>
              <a:gradFill>
                <a:gsLst>
                  <a:gs pos="0">
                    <a:srgbClr val="002349">
                      <a:alpha val="96470"/>
                    </a:srgbClr>
                  </a:gs>
                  <a:gs pos="100000">
                    <a:srgbClr val="371C53">
                      <a:alpha val="83529"/>
                    </a:srgbClr>
                  </a:gs>
                </a:gsLst>
                <a:lin ang="5400012" scaled="0"/>
              </a:grad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lt1"/>
                  </a:solidFill>
                  <a:latin typeface="Calibri"/>
                  <a:ea typeface="Calibri"/>
                  <a:cs typeface="Calibri"/>
                  <a:sym typeface="Calibri"/>
                </a:endParaRPr>
              </a:p>
            </p:txBody>
          </p:sp>
          <p:sp>
            <p:nvSpPr>
              <p:cNvPr id="155" name="Google Shape;155;g24a03e67d01_0_9"/>
              <p:cNvSpPr/>
              <p:nvPr/>
            </p:nvSpPr>
            <p:spPr>
              <a:xfrm>
                <a:off x="7195038" y="1916724"/>
                <a:ext cx="2842800" cy="712800"/>
              </a:xfrm>
              <a:prstGeom prst="roundRect">
                <a:avLst>
                  <a:gd name="adj" fmla="val 16667"/>
                </a:avLst>
              </a:prstGeom>
              <a:solidFill>
                <a:srgbClr val="344567"/>
              </a:solidFill>
              <a:ln>
                <a:noFill/>
              </a:ln>
              <a:effectLst>
                <a:outerShdw blurRad="317500" dist="38100" dir="2700000" algn="tl" rotWithShape="0">
                  <a:srgbClr val="000000">
                    <a:alpha val="40000"/>
                  </a:srgbClr>
                </a:outerShdw>
              </a:effectLst>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lt1"/>
                  </a:solidFill>
                  <a:latin typeface="Calibri"/>
                  <a:ea typeface="Calibri"/>
                  <a:cs typeface="Calibri"/>
                  <a:sym typeface="Calibri"/>
                </a:endParaRPr>
              </a:p>
            </p:txBody>
          </p:sp>
        </p:grpSp>
        <p:sp>
          <p:nvSpPr>
            <p:cNvPr id="156" name="Google Shape;156;g24a03e67d01_0_9"/>
            <p:cNvSpPr txBox="1"/>
            <p:nvPr/>
          </p:nvSpPr>
          <p:spPr>
            <a:xfrm>
              <a:off x="7195664" y="1832053"/>
              <a:ext cx="2842800" cy="639900"/>
            </a:xfrm>
            <a:prstGeom prst="rect">
              <a:avLst/>
            </a:prstGeom>
            <a:noFill/>
            <a:ln>
              <a:noFill/>
            </a:ln>
          </p:spPr>
          <p:txBody>
            <a:bodyPr spcFirstLastPara="1" wrap="square" lIns="137150" tIns="68550" rIns="137150" bIns="68550" anchor="b" anchorCtr="0">
              <a:noAutofit/>
            </a:bodyPr>
            <a:lstStyle/>
            <a:p>
              <a:pPr marL="0" marR="0" lvl="0" indent="0" algn="ctr" rtl="0">
                <a:lnSpc>
                  <a:spcPct val="90000"/>
                </a:lnSpc>
                <a:spcBef>
                  <a:spcPts val="700"/>
                </a:spcBef>
                <a:spcAft>
                  <a:spcPts val="0"/>
                </a:spcAft>
                <a:buClr>
                  <a:schemeClr val="lt1"/>
                </a:buClr>
                <a:buSzPts val="3600"/>
                <a:buFont typeface="Arial"/>
                <a:buNone/>
              </a:pPr>
              <a:endParaRPr sz="2100" b="0" i="0" u="none" strike="noStrike" cap="none">
                <a:solidFill>
                  <a:srgbClr val="000000"/>
                </a:solidFill>
                <a:latin typeface="Arial"/>
                <a:ea typeface="Arial"/>
                <a:cs typeface="Arial"/>
                <a:sym typeface="Arial"/>
              </a:endParaRPr>
            </a:p>
          </p:txBody>
        </p:sp>
      </p:grpSp>
      <p:sp>
        <p:nvSpPr>
          <p:cNvPr id="157" name="Google Shape;157;g24a03e67d01_0_9"/>
          <p:cNvSpPr txBox="1"/>
          <p:nvPr/>
        </p:nvSpPr>
        <p:spPr>
          <a:xfrm>
            <a:off x="1905338" y="2664638"/>
            <a:ext cx="4239900" cy="1078800"/>
          </a:xfrm>
          <a:prstGeom prst="rect">
            <a:avLst/>
          </a:prstGeom>
          <a:noFill/>
          <a:ln>
            <a:noFill/>
          </a:ln>
        </p:spPr>
        <p:txBody>
          <a:bodyPr spcFirstLastPara="1" wrap="square" lIns="137150" tIns="137150" rIns="137150" bIns="137150" anchor="ctr" anchorCtr="0">
            <a:noAutofit/>
          </a:bodyPr>
          <a:lstStyle/>
          <a:p>
            <a:pPr marL="0" lvl="0" indent="0" algn="ctr" rtl="0">
              <a:lnSpc>
                <a:spcPct val="90000"/>
              </a:lnSpc>
              <a:spcBef>
                <a:spcPts val="700"/>
              </a:spcBef>
              <a:spcAft>
                <a:spcPts val="0"/>
              </a:spcAft>
              <a:buNone/>
            </a:pPr>
            <a:r>
              <a:rPr lang="en-US" sz="3600" b="1">
                <a:solidFill>
                  <a:schemeClr val="lt1"/>
                </a:solidFill>
                <a:latin typeface="Lato"/>
                <a:ea typeface="Lato"/>
                <a:cs typeface="Lato"/>
                <a:sym typeface="Lato"/>
              </a:rPr>
              <a:t>$SMH</a:t>
            </a:r>
            <a:endParaRPr sz="2100"/>
          </a:p>
        </p:txBody>
      </p:sp>
      <p:sp>
        <p:nvSpPr>
          <p:cNvPr id="158" name="Google Shape;158;g24a03e67d01_0_9"/>
          <p:cNvSpPr txBox="1"/>
          <p:nvPr/>
        </p:nvSpPr>
        <p:spPr>
          <a:xfrm>
            <a:off x="776253" y="3910262"/>
            <a:ext cx="6495900" cy="4646700"/>
          </a:xfrm>
          <a:prstGeom prst="rect">
            <a:avLst/>
          </a:prstGeom>
          <a:noFill/>
          <a:ln>
            <a:noFill/>
          </a:ln>
        </p:spPr>
        <p:txBody>
          <a:bodyPr spcFirstLastPara="1" wrap="square" lIns="137150" tIns="68550" rIns="137150" bIns="68550" anchor="t" anchorCtr="0">
            <a:noAutofit/>
          </a:bodyPr>
          <a:lstStyle/>
          <a:p>
            <a:pPr marL="685800" marR="0" lvl="0" indent="-495300" algn="l" rtl="0">
              <a:lnSpc>
                <a:spcPct val="100000"/>
              </a:lnSpc>
              <a:spcBef>
                <a:spcPts val="0"/>
              </a:spcBef>
              <a:spcAft>
                <a:spcPts val="0"/>
              </a:spcAft>
              <a:buClr>
                <a:schemeClr val="lt1"/>
              </a:buClr>
              <a:buSzPts val="2400"/>
              <a:buFont typeface="Lato"/>
              <a:buChar char="•"/>
            </a:pPr>
            <a:r>
              <a:rPr lang="en-US" i="0" u="none" strike="noStrike" cap="none" dirty="0">
                <a:solidFill>
                  <a:schemeClr val="lt1"/>
                </a:solidFill>
                <a:latin typeface="Lato"/>
                <a:ea typeface="Lato"/>
                <a:cs typeface="Lato"/>
                <a:sym typeface="Lato"/>
              </a:rPr>
              <a:t>TECHNICAL: SMH is flagged in a downtrend despite a recent bounce, closing at 584.83, sitting 12.95% below its 52-week high of 671.83 set June 22, which is also the recent swing high. Price is above the 9-day (568.08) and 20-day (561.53) but 1.44% below the 50-day (593.35), while holding roughly 27.22% over the 200-day (459.70). The last month is down 2.58%, though a rally off the July 29 swing low of 503.63 lifted it 2.66% on the week and 2.08% on the session.</a:t>
            </a:r>
          </a:p>
          <a:p>
            <a:pPr marL="685800" marR="0" lvl="0" indent="-495300" algn="l" rtl="0">
              <a:lnSpc>
                <a:spcPct val="100000"/>
              </a:lnSpc>
              <a:spcBef>
                <a:spcPts val="0"/>
              </a:spcBef>
              <a:spcAft>
                <a:spcPts val="0"/>
              </a:spcAft>
              <a:buClr>
                <a:schemeClr val="lt1"/>
              </a:buClr>
              <a:buSzPts val="2400"/>
              <a:buFont typeface="Lato"/>
              <a:buChar char="•"/>
            </a:pPr>
            <a:endParaRPr lang="en-US" dirty="0">
              <a:solidFill>
                <a:schemeClr val="lt1"/>
              </a:solidFill>
              <a:latin typeface="Lato"/>
              <a:ea typeface="Lato"/>
              <a:cs typeface="Lato"/>
              <a:sym typeface="Lato"/>
            </a:endParaRPr>
          </a:p>
          <a:p>
            <a:pPr marL="685800" marR="0" lvl="0" indent="-495300" algn="l" rtl="0">
              <a:lnSpc>
                <a:spcPct val="100000"/>
              </a:lnSpc>
              <a:spcBef>
                <a:spcPts val="0"/>
              </a:spcBef>
              <a:spcAft>
                <a:spcPts val="0"/>
              </a:spcAft>
              <a:buClr>
                <a:schemeClr val="lt1"/>
              </a:buClr>
              <a:buSzPts val="2400"/>
              <a:buFont typeface="Lato"/>
              <a:buChar char="•"/>
            </a:pPr>
            <a:r>
              <a:rPr lang="en-US" i="0" u="none" strike="noStrike" cap="none" dirty="0">
                <a:solidFill>
                  <a:schemeClr val="lt1"/>
                </a:solidFill>
                <a:latin typeface="Lato"/>
                <a:ea typeface="Lato"/>
                <a:cs typeface="Lato"/>
                <a:sym typeface="Lato"/>
              </a:rPr>
              <a:t>FUNDAMENTAL: Semiconductors remain anchored to the AI-capex story, and Q2 earnings season confirmed AI capex is accelerating, with global semiconductor sales hitting a record $120.6 billion in May 2026, up 104.1% year over year and marking a 15th consecutive monthly record. Memory is a key driver, as it remains the biggest source of growth, accounting for roughly 77% of the year-to-date increase, with DRAM and NAND benefiting from higher pricing and volumes. The breadth is widening, with ex-memory semiconductor sales reaching $63.5 billion in June, up 38% year over year, a third consecutive month of accelerating growth. The group still trails the broad tape after a summer pullback from June highs.</a:t>
            </a:r>
            <a:endParaRPr lang="en-US" b="0" i="0" u="none" strike="noStrike" cap="none" dirty="0">
              <a:solidFill>
                <a:schemeClr val="lt1"/>
              </a:solidFill>
              <a:latin typeface="Calibri"/>
              <a:ea typeface="Calibri"/>
              <a:cs typeface="Calibri"/>
              <a:sym typeface="Calibri"/>
            </a:endParaRPr>
          </a:p>
          <a:p>
            <a:pPr marL="342900" marR="0" lvl="0" indent="-190500" algn="l" rtl="0">
              <a:lnSpc>
                <a:spcPct val="90000"/>
              </a:lnSpc>
              <a:spcBef>
                <a:spcPts val="0"/>
              </a:spcBef>
              <a:spcAft>
                <a:spcPts val="0"/>
              </a:spcAft>
              <a:buClr>
                <a:schemeClr val="dk1"/>
              </a:buClr>
              <a:buSzPts val="2400"/>
              <a:buFont typeface="Arial"/>
              <a:buNone/>
            </a:pPr>
            <a:endParaRPr sz="2400" b="0" i="0" u="none" strike="noStrike" cap="none" dirty="0">
              <a:solidFill>
                <a:schemeClr val="lt1"/>
              </a:solidFill>
              <a:latin typeface="Calibri"/>
              <a:ea typeface="Calibri"/>
              <a:cs typeface="Calibri"/>
              <a:sym typeface="Calibri"/>
            </a:endParaRPr>
          </a:p>
          <a:p>
            <a:pPr marL="1117600" marR="0" lvl="0" indent="-279400" algn="l" rtl="0">
              <a:lnSpc>
                <a:spcPct val="90000"/>
              </a:lnSpc>
              <a:spcBef>
                <a:spcPts val="700"/>
              </a:spcBef>
              <a:spcAft>
                <a:spcPts val="0"/>
              </a:spcAft>
              <a:buClr>
                <a:schemeClr val="dk1"/>
              </a:buClr>
              <a:buSzPts val="2400"/>
              <a:buFont typeface="Arial"/>
              <a:buNone/>
            </a:pPr>
            <a:endParaRPr sz="2400" b="0" i="0" u="none" strike="noStrike" cap="none" dirty="0">
              <a:solidFill>
                <a:schemeClr val="lt1"/>
              </a:solidFill>
              <a:latin typeface="Calibri"/>
              <a:ea typeface="Calibri"/>
              <a:cs typeface="Calibri"/>
              <a:sym typeface="Calibri"/>
            </a:endParaRPr>
          </a:p>
        </p:txBody>
      </p:sp>
      <p:pic>
        <p:nvPicPr>
          <p:cNvPr id="159" name="Google Shape;159;g24a03e67d01_0_9"/>
          <p:cNvPicPr preferRelativeResize="0"/>
          <p:nvPr/>
        </p:nvPicPr>
        <p:blipFill>
          <a:blip r:embed="rId4">
            <a:alphaModFix/>
          </a:blip>
          <a:stretch>
            <a:fillRect/>
          </a:stretch>
        </p:blipFill>
        <p:spPr>
          <a:xfrm>
            <a:off x="0" y="0"/>
            <a:ext cx="3371850" cy="8667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alphaModFix/>
          </a:blip>
          <a:stretch>
            <a:fillRect/>
          </a:stretch>
        </a:blipFill>
        <a:effectLst/>
      </p:bgPr>
    </p:bg>
    <p:spTree>
      <p:nvGrpSpPr>
        <p:cNvPr id="1" name="Shape 149"/>
        <p:cNvGrpSpPr/>
        <p:nvPr/>
      </p:nvGrpSpPr>
      <p:grpSpPr>
        <a:xfrm>
          <a:off x="0" y="0"/>
          <a:ext cx="0" cy="0"/>
          <a:chOff x="0" y="0"/>
          <a:chExt cx="0" cy="0"/>
        </a:xfrm>
      </p:grpSpPr>
      <p:sp>
        <p:nvSpPr>
          <p:cNvPr id="150" name="Google Shape;150;g24a03e67d01_0_9"/>
          <p:cNvSpPr txBox="1"/>
          <p:nvPr/>
        </p:nvSpPr>
        <p:spPr>
          <a:xfrm>
            <a:off x="2859037" y="199875"/>
            <a:ext cx="12569700" cy="1825200"/>
          </a:xfrm>
          <a:prstGeom prst="rect">
            <a:avLst/>
          </a:prstGeom>
          <a:no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chemeClr val="dk1"/>
              </a:buClr>
              <a:buSzPts val="6600"/>
              <a:buFont typeface="Calibri"/>
              <a:buNone/>
            </a:pPr>
            <a:r>
              <a:rPr lang="en-US" sz="4200" dirty="0">
                <a:solidFill>
                  <a:schemeClr val="dk1"/>
                </a:solidFill>
                <a:latin typeface="Lato Black"/>
                <a:ea typeface="Lato Black"/>
                <a:cs typeface="Lato Black"/>
                <a:sym typeface="Lato Black"/>
              </a:rPr>
              <a:t>THE BIG PICTURE</a:t>
            </a:r>
            <a:endParaRPr sz="2100" i="0" u="none" strike="noStrike" cap="none" dirty="0">
              <a:solidFill>
                <a:schemeClr val="dk1"/>
              </a:solidFill>
              <a:latin typeface="Lato Black"/>
              <a:ea typeface="Lato Black"/>
              <a:cs typeface="Lato Black"/>
              <a:sym typeface="Lato Black"/>
            </a:endParaRPr>
          </a:p>
        </p:txBody>
      </p:sp>
      <p:pic>
        <p:nvPicPr>
          <p:cNvPr id="160" name="Picture 159" descr="image.png"/>
          <p:cNvPicPr>
            <a:picLocks noChangeAspect="1"/>
          </p:cNvPicPr>
          <p:nvPr/>
        </p:nvPicPr>
        <p:blipFill>
          <a:blip r:embed="rId3"/>
          <a:stretch>
            <a:fillRect/>
          </a:stretch>
        </p:blipFill>
        <p:spPr>
          <a:xfrm>
            <a:off x="8623313" y="3027474"/>
            <a:ext cx="9260290" cy="4912976"/>
          </a:xfrm>
          <a:prstGeom prst="rect">
            <a:avLst/>
          </a:prstGeom>
        </p:spPr>
      </p:pic>
      <p:grpSp>
        <p:nvGrpSpPr>
          <p:cNvPr id="152" name="Google Shape;152;g24a03e67d01_0_9"/>
          <p:cNvGrpSpPr/>
          <p:nvPr/>
        </p:nvGrpSpPr>
        <p:grpSpPr>
          <a:xfrm>
            <a:off x="568782" y="2094555"/>
            <a:ext cx="6910650" cy="6778800"/>
            <a:chOff x="6318738" y="1547445"/>
            <a:chExt cx="4607100" cy="4519200"/>
          </a:xfrm>
        </p:grpSpPr>
        <p:grpSp>
          <p:nvGrpSpPr>
            <p:cNvPr id="153" name="Google Shape;153;g24a03e67d01_0_9"/>
            <p:cNvGrpSpPr/>
            <p:nvPr/>
          </p:nvGrpSpPr>
          <p:grpSpPr>
            <a:xfrm>
              <a:off x="6318738" y="1547445"/>
              <a:ext cx="4607100" cy="4519200"/>
              <a:chOff x="6318738" y="1547445"/>
              <a:chExt cx="4607100" cy="4519200"/>
            </a:xfrm>
          </p:grpSpPr>
          <p:sp>
            <p:nvSpPr>
              <p:cNvPr id="154" name="Google Shape;154;g24a03e67d01_0_9"/>
              <p:cNvSpPr/>
              <p:nvPr/>
            </p:nvSpPr>
            <p:spPr>
              <a:xfrm>
                <a:off x="6318738" y="1547445"/>
                <a:ext cx="4607100" cy="4519200"/>
              </a:xfrm>
              <a:prstGeom prst="roundRect">
                <a:avLst>
                  <a:gd name="adj" fmla="val 5286"/>
                </a:avLst>
              </a:prstGeom>
              <a:gradFill>
                <a:gsLst>
                  <a:gs pos="0">
                    <a:srgbClr val="002349">
                      <a:alpha val="96470"/>
                    </a:srgbClr>
                  </a:gs>
                  <a:gs pos="100000">
                    <a:srgbClr val="371C53">
                      <a:alpha val="83529"/>
                    </a:srgbClr>
                  </a:gs>
                </a:gsLst>
                <a:lin ang="5400012" scaled="0"/>
              </a:grad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lt1"/>
                  </a:solidFill>
                  <a:latin typeface="Calibri"/>
                  <a:ea typeface="Calibri"/>
                  <a:cs typeface="Calibri"/>
                  <a:sym typeface="Calibri"/>
                </a:endParaRPr>
              </a:p>
            </p:txBody>
          </p:sp>
          <p:sp>
            <p:nvSpPr>
              <p:cNvPr id="155" name="Google Shape;155;g24a03e67d01_0_9"/>
              <p:cNvSpPr/>
              <p:nvPr/>
            </p:nvSpPr>
            <p:spPr>
              <a:xfrm>
                <a:off x="7195038" y="1916724"/>
                <a:ext cx="2842800" cy="712800"/>
              </a:xfrm>
              <a:prstGeom prst="roundRect">
                <a:avLst>
                  <a:gd name="adj" fmla="val 16667"/>
                </a:avLst>
              </a:prstGeom>
              <a:solidFill>
                <a:srgbClr val="344567"/>
              </a:solidFill>
              <a:ln>
                <a:noFill/>
              </a:ln>
              <a:effectLst>
                <a:outerShdw blurRad="317500" dist="38100" dir="2700000" algn="tl" rotWithShape="0">
                  <a:srgbClr val="000000">
                    <a:alpha val="40000"/>
                  </a:srgbClr>
                </a:outerShdw>
              </a:effectLst>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b="0" i="0" u="none" strike="noStrike" cap="none">
                  <a:solidFill>
                    <a:schemeClr val="lt1"/>
                  </a:solidFill>
                  <a:latin typeface="Calibri"/>
                  <a:ea typeface="Calibri"/>
                  <a:cs typeface="Calibri"/>
                  <a:sym typeface="Calibri"/>
                </a:endParaRPr>
              </a:p>
            </p:txBody>
          </p:sp>
        </p:grpSp>
        <p:sp>
          <p:nvSpPr>
            <p:cNvPr id="156" name="Google Shape;156;g24a03e67d01_0_9"/>
            <p:cNvSpPr txBox="1"/>
            <p:nvPr/>
          </p:nvSpPr>
          <p:spPr>
            <a:xfrm>
              <a:off x="7195664" y="1832053"/>
              <a:ext cx="2842800" cy="639900"/>
            </a:xfrm>
            <a:prstGeom prst="rect">
              <a:avLst/>
            </a:prstGeom>
            <a:noFill/>
            <a:ln>
              <a:noFill/>
            </a:ln>
          </p:spPr>
          <p:txBody>
            <a:bodyPr spcFirstLastPara="1" wrap="square" lIns="137150" tIns="68550" rIns="137150" bIns="68550" anchor="b" anchorCtr="0">
              <a:noAutofit/>
            </a:bodyPr>
            <a:lstStyle/>
            <a:p>
              <a:pPr marL="0" marR="0" lvl="0" indent="0" algn="ctr" rtl="0">
                <a:lnSpc>
                  <a:spcPct val="90000"/>
                </a:lnSpc>
                <a:spcBef>
                  <a:spcPts val="700"/>
                </a:spcBef>
                <a:spcAft>
                  <a:spcPts val="0"/>
                </a:spcAft>
                <a:buClr>
                  <a:schemeClr val="lt1"/>
                </a:buClr>
                <a:buSzPts val="3600"/>
                <a:buFont typeface="Arial"/>
                <a:buNone/>
              </a:pPr>
              <a:endParaRPr sz="2100" b="0" i="0" u="none" strike="noStrike" cap="none">
                <a:solidFill>
                  <a:srgbClr val="000000"/>
                </a:solidFill>
                <a:latin typeface="Arial"/>
                <a:ea typeface="Arial"/>
                <a:cs typeface="Arial"/>
                <a:sym typeface="Arial"/>
              </a:endParaRPr>
            </a:p>
          </p:txBody>
        </p:sp>
      </p:grpSp>
      <p:sp>
        <p:nvSpPr>
          <p:cNvPr id="157" name="Google Shape;157;g24a03e67d01_0_9"/>
          <p:cNvSpPr txBox="1"/>
          <p:nvPr/>
        </p:nvSpPr>
        <p:spPr>
          <a:xfrm>
            <a:off x="1905338" y="2664638"/>
            <a:ext cx="4239900" cy="1078800"/>
          </a:xfrm>
          <a:prstGeom prst="rect">
            <a:avLst/>
          </a:prstGeom>
          <a:noFill/>
          <a:ln>
            <a:noFill/>
          </a:ln>
        </p:spPr>
        <p:txBody>
          <a:bodyPr spcFirstLastPara="1" wrap="square" lIns="137150" tIns="137150" rIns="137150" bIns="137150" anchor="ctr" anchorCtr="0">
            <a:noAutofit/>
          </a:bodyPr>
          <a:lstStyle/>
          <a:p>
            <a:pPr marL="0" lvl="0" indent="0" algn="ctr" rtl="0">
              <a:lnSpc>
                <a:spcPct val="90000"/>
              </a:lnSpc>
              <a:spcBef>
                <a:spcPts val="700"/>
              </a:spcBef>
              <a:spcAft>
                <a:spcPts val="0"/>
              </a:spcAft>
              <a:buNone/>
            </a:pPr>
            <a:r>
              <a:rPr lang="en-US" sz="3600" b="1">
                <a:solidFill>
                  <a:schemeClr val="lt1"/>
                </a:solidFill>
                <a:latin typeface="Lato"/>
                <a:ea typeface="Lato"/>
                <a:cs typeface="Lato"/>
                <a:sym typeface="Lato"/>
              </a:rPr>
              <a:t>$SMCI</a:t>
            </a:r>
            <a:endParaRPr sz="2100"/>
          </a:p>
        </p:txBody>
      </p:sp>
      <p:sp>
        <p:nvSpPr>
          <p:cNvPr id="158" name="Google Shape;158;g24a03e67d01_0_9"/>
          <p:cNvSpPr txBox="1"/>
          <p:nvPr/>
        </p:nvSpPr>
        <p:spPr>
          <a:xfrm>
            <a:off x="776253" y="3910262"/>
            <a:ext cx="6495900" cy="4646700"/>
          </a:xfrm>
          <a:prstGeom prst="rect">
            <a:avLst/>
          </a:prstGeom>
          <a:noFill/>
          <a:ln>
            <a:noFill/>
          </a:ln>
        </p:spPr>
        <p:txBody>
          <a:bodyPr spcFirstLastPara="1" wrap="square" lIns="137150" tIns="68550" rIns="137150" bIns="68550" anchor="t" anchorCtr="0">
            <a:noAutofit/>
          </a:bodyPr>
          <a:lstStyle/>
          <a:p>
            <a:pPr marL="685800" marR="0" lvl="0" indent="-495300" algn="l" rtl="0">
              <a:lnSpc>
                <a:spcPct val="100000"/>
              </a:lnSpc>
              <a:spcBef>
                <a:spcPts val="0"/>
              </a:spcBef>
              <a:spcAft>
                <a:spcPts val="0"/>
              </a:spcAft>
              <a:buClr>
                <a:schemeClr val="lt1"/>
              </a:buClr>
              <a:buSzPts val="2400"/>
              <a:buFont typeface="Lato"/>
              <a:buChar char="•"/>
            </a:pPr>
            <a:r>
              <a:rPr lang="en-US" sz="2000" i="0" u="none" strike="noStrike" cap="none" dirty="0">
                <a:solidFill>
                  <a:schemeClr val="lt1"/>
                </a:solidFill>
                <a:latin typeface="Lato"/>
                <a:ea typeface="Lato"/>
                <a:cs typeface="Lato"/>
                <a:sym typeface="Lato"/>
              </a:rPr>
              <a:t>TECHNICAL: SMCI is in an uptrend and just went vertical, closing at 37.61 after a 19.02% single-session jump, up 36.02% on the month. Price now towers over every key average, sitting roughly 20.79% above the 9-day (31.14), 29.25% above the 20-day (29.10), 20.61% above the 50-day (31.18) and 17.83% above the 200-day (31.92). Even so, it remains 36.02% under the 52-week high of 58.78 from last October and 93.07% above the March 23 low of 19.48. The move blew past the June 2 swing high of 51.40 context after basing at the July 17 swing low of 23.38.</a:t>
            </a:r>
            <a:endParaRPr sz="2000" i="0" u="none" strike="noStrike" cap="none" dirty="0">
              <a:solidFill>
                <a:schemeClr val="lt1"/>
              </a:solidFill>
              <a:latin typeface="Lato"/>
              <a:ea typeface="Lato"/>
              <a:cs typeface="Lato"/>
              <a:sym typeface="Lato"/>
            </a:endParaRPr>
          </a:p>
          <a:p>
            <a:pPr marL="342900" marR="0" lvl="0" indent="-190500" algn="l" rtl="0">
              <a:lnSpc>
                <a:spcPct val="90000"/>
              </a:lnSpc>
              <a:spcBef>
                <a:spcPts val="0"/>
              </a:spcBef>
              <a:spcAft>
                <a:spcPts val="0"/>
              </a:spcAft>
              <a:buClr>
                <a:schemeClr val="dk1"/>
              </a:buClr>
              <a:buSzPts val="2400"/>
              <a:buFont typeface="Arial"/>
              <a:buNone/>
            </a:pPr>
            <a:endParaRPr sz="2400" b="0" i="0" u="none" strike="noStrike" cap="none" dirty="0">
              <a:solidFill>
                <a:schemeClr val="lt1"/>
              </a:solidFill>
              <a:latin typeface="Calibri"/>
              <a:ea typeface="Calibri"/>
              <a:cs typeface="Calibri"/>
              <a:sym typeface="Calibri"/>
            </a:endParaRPr>
          </a:p>
          <a:p>
            <a:pPr marL="342900" marR="0" lvl="0" indent="-190500" algn="l" rtl="0">
              <a:lnSpc>
                <a:spcPct val="90000"/>
              </a:lnSpc>
              <a:spcBef>
                <a:spcPts val="0"/>
              </a:spcBef>
              <a:spcAft>
                <a:spcPts val="0"/>
              </a:spcAft>
              <a:buClr>
                <a:schemeClr val="dk1"/>
              </a:buClr>
              <a:buSzPts val="2400"/>
              <a:buFont typeface="Arial"/>
              <a:buNone/>
            </a:pPr>
            <a:endParaRPr sz="2400" b="0" i="0" u="none" strike="noStrike" cap="none" dirty="0">
              <a:solidFill>
                <a:schemeClr val="lt1"/>
              </a:solidFill>
              <a:latin typeface="Calibri"/>
              <a:ea typeface="Calibri"/>
              <a:cs typeface="Calibri"/>
              <a:sym typeface="Calibri"/>
            </a:endParaRPr>
          </a:p>
          <a:p>
            <a:pPr marL="1117600" marR="0" lvl="0" indent="-279400" algn="l" rtl="0">
              <a:lnSpc>
                <a:spcPct val="90000"/>
              </a:lnSpc>
              <a:spcBef>
                <a:spcPts val="700"/>
              </a:spcBef>
              <a:spcAft>
                <a:spcPts val="0"/>
              </a:spcAft>
              <a:buClr>
                <a:schemeClr val="dk1"/>
              </a:buClr>
              <a:buSzPts val="2400"/>
              <a:buFont typeface="Arial"/>
              <a:buNone/>
            </a:pPr>
            <a:endParaRPr sz="2400" b="0" i="0" u="none" strike="noStrike" cap="none" dirty="0">
              <a:solidFill>
                <a:schemeClr val="lt1"/>
              </a:solidFill>
              <a:latin typeface="Calibri"/>
              <a:ea typeface="Calibri"/>
              <a:cs typeface="Calibri"/>
              <a:sym typeface="Calibri"/>
            </a:endParaRPr>
          </a:p>
        </p:txBody>
      </p:sp>
      <p:pic>
        <p:nvPicPr>
          <p:cNvPr id="159" name="Google Shape;159;g24a03e67d01_0_9"/>
          <p:cNvPicPr preferRelativeResize="0"/>
          <p:nvPr/>
        </p:nvPicPr>
        <p:blipFill>
          <a:blip r:embed="rId4">
            <a:alphaModFix/>
          </a:blip>
          <a:stretch>
            <a:fillRect/>
          </a:stretch>
        </p:blipFill>
        <p:spPr>
          <a:xfrm>
            <a:off x="0" y="0"/>
            <a:ext cx="3371850" cy="8667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1"/>
        <p:cNvGrpSpPr/>
        <p:nvPr/>
      </p:nvGrpSpPr>
      <p:grpSpPr>
        <a:xfrm>
          <a:off x="0" y="0"/>
          <a:ext cx="0" cy="0"/>
          <a:chOff x="0" y="0"/>
          <a:chExt cx="0" cy="0"/>
        </a:xfrm>
      </p:grpSpPr>
      <p:sp>
        <p:nvSpPr>
          <p:cNvPr id="172" name="Google Shape;172;g24a03e67d01_0_28"/>
          <p:cNvSpPr txBox="1"/>
          <p:nvPr/>
        </p:nvSpPr>
        <p:spPr>
          <a:xfrm>
            <a:off x="1303463" y="1425713"/>
            <a:ext cx="5936700" cy="899100"/>
          </a:xfrm>
          <a:prstGeom prst="rect">
            <a:avLst/>
          </a:prstGeom>
          <a:noFill/>
          <a:ln>
            <a:noFill/>
          </a:ln>
        </p:spPr>
        <p:txBody>
          <a:bodyPr spcFirstLastPara="1" wrap="square" lIns="137150" tIns="68550" rIns="137150" bIns="68550" anchor="ctr" anchorCtr="0">
            <a:noAutofit/>
          </a:bodyPr>
          <a:lstStyle/>
          <a:p>
            <a:pPr marL="0" marR="0" lvl="0" indent="0" algn="ctr" rtl="0">
              <a:lnSpc>
                <a:spcPct val="90000"/>
              </a:lnSpc>
              <a:spcBef>
                <a:spcPts val="0"/>
              </a:spcBef>
              <a:spcAft>
                <a:spcPts val="0"/>
              </a:spcAft>
              <a:buClr>
                <a:schemeClr val="lt1"/>
              </a:buClr>
              <a:buSzPts val="5400"/>
              <a:buFont typeface="Raleway Thin"/>
              <a:buNone/>
            </a:pPr>
            <a:r>
              <a:rPr lang="en-US" sz="4100" b="1" i="0" u="none" strike="noStrike" cap="none">
                <a:solidFill>
                  <a:schemeClr val="lt1"/>
                </a:solidFill>
                <a:latin typeface="Lato"/>
                <a:ea typeface="Lato"/>
                <a:cs typeface="Lato"/>
                <a:sym typeface="Lato"/>
              </a:rPr>
              <a:t>INTRADAY FUNDAMENTALS</a:t>
            </a:r>
            <a:endParaRPr sz="4100" b="1" i="0" u="none" strike="noStrike" cap="none">
              <a:solidFill>
                <a:schemeClr val="lt1"/>
              </a:solidFill>
              <a:latin typeface="Lato"/>
              <a:ea typeface="Lato"/>
              <a:cs typeface="Lato"/>
              <a:sym typeface="Lato"/>
            </a:endParaRPr>
          </a:p>
        </p:txBody>
      </p:sp>
      <p:sp>
        <p:nvSpPr>
          <p:cNvPr id="173" name="Google Shape;173;g24a03e67d01_0_28"/>
          <p:cNvSpPr txBox="1"/>
          <p:nvPr/>
        </p:nvSpPr>
        <p:spPr>
          <a:xfrm>
            <a:off x="796522" y="2996759"/>
            <a:ext cx="6950700" cy="4708800"/>
          </a:xfrm>
          <a:prstGeom prst="rect">
            <a:avLst/>
          </a:prstGeom>
          <a:noFill/>
          <a:ln>
            <a:noFill/>
          </a:ln>
        </p:spPr>
        <p:txBody>
          <a:bodyPr spcFirstLastPara="1" wrap="square" lIns="137150" tIns="68550" rIns="137150" bIns="68550" anchor="t" anchorCtr="0">
            <a:noAutofit/>
          </a:bodyPr>
          <a:lstStyle/>
          <a:p>
            <a:pPr marL="685800" marR="0" lvl="0" indent="-533400" algn="l" rtl="0">
              <a:lnSpc>
                <a:spcPct val="100000"/>
              </a:lnSpc>
              <a:spcBef>
                <a:spcPts val="0"/>
              </a:spcBef>
              <a:spcAft>
                <a:spcPts val="0"/>
              </a:spcAft>
              <a:buClr>
                <a:schemeClr val="lt1"/>
              </a:buClr>
              <a:buSzPts val="3000"/>
              <a:buFont typeface="Lato"/>
              <a:buChar char="●"/>
            </a:pPr>
            <a:r>
              <a:rPr lang="en-US" sz="2000" i="0" u="none" strike="noStrike" cap="none" dirty="0">
                <a:solidFill>
                  <a:schemeClr val="lt1"/>
                </a:solidFill>
                <a:latin typeface="Lato"/>
                <a:ea typeface="Lato"/>
                <a:cs typeface="Lato"/>
                <a:sym typeface="Lato"/>
              </a:rPr>
              <a:t>The gap higher was driven by the fiscal Q4 report released on the trade date, where Super Micro posted a disappointing miss on revenue but a big beat on the bottom line, revenue of $11.1 billion versus $11.551 billion expected and EPS of $1.62 versus $0.96 expected. Margins were the headline surprise, as gross margins in Q4 improved to 17.5%, a 760 basis point improvement from the 9.9% posted in Q3. Management flagged caution ahead, since that improvement should not be treated as the new normal, and while revenue is expected to grow in FY2027, the Q1 EPS guide implies margins contracting to the low double digits. The print built on July's preliminary update, where gross margins were estimated at 15% to 17%, significantly higher than prior guidance of 8.2% to 8.4% on favorable customer and product mix.</a:t>
            </a:r>
            <a:endParaRPr sz="2000" i="0" u="none" strike="noStrike" cap="none" dirty="0">
              <a:solidFill>
                <a:schemeClr val="lt1"/>
              </a:solidFill>
              <a:latin typeface="Lato"/>
              <a:ea typeface="Lato"/>
              <a:cs typeface="Lato"/>
              <a:sym typeface="Lato"/>
            </a:endParaRPr>
          </a:p>
          <a:p>
            <a:pPr marL="685800" marR="0" lvl="0" indent="0" algn="l" rtl="0">
              <a:lnSpc>
                <a:spcPct val="100000"/>
              </a:lnSpc>
              <a:spcBef>
                <a:spcPts val="0"/>
              </a:spcBef>
              <a:spcAft>
                <a:spcPts val="0"/>
              </a:spcAft>
              <a:buNone/>
            </a:pPr>
            <a:endParaRPr sz="3000" dirty="0">
              <a:solidFill>
                <a:schemeClr val="lt1"/>
              </a:solidFill>
              <a:latin typeface="Lato"/>
              <a:ea typeface="Lato"/>
              <a:cs typeface="Lato"/>
              <a:sym typeface="Lato"/>
            </a:endParaRPr>
          </a:p>
          <a:p>
            <a:pPr marL="685800" marR="0" lvl="0" indent="-533400" algn="l" rtl="0">
              <a:lnSpc>
                <a:spcPct val="100000"/>
              </a:lnSpc>
              <a:spcBef>
                <a:spcPts val="0"/>
              </a:spcBef>
              <a:spcAft>
                <a:spcPts val="0"/>
              </a:spcAft>
              <a:buClr>
                <a:schemeClr val="lt1"/>
              </a:buClr>
              <a:buSzPts val="3000"/>
              <a:buFont typeface="Lato"/>
              <a:buChar char="●"/>
            </a:pPr>
            <a:endParaRPr sz="3000" dirty="0">
              <a:solidFill>
                <a:schemeClr val="lt1"/>
              </a:solidFill>
              <a:latin typeface="Lato"/>
              <a:ea typeface="Lato"/>
              <a:cs typeface="Lato"/>
              <a:sym typeface="Lato"/>
            </a:endParaRPr>
          </a:p>
        </p:txBody>
      </p:sp>
      <p:grpSp>
        <p:nvGrpSpPr>
          <p:cNvPr id="174" name="Google Shape;174;g24a03e67d01_0_28"/>
          <p:cNvGrpSpPr/>
          <p:nvPr/>
        </p:nvGrpSpPr>
        <p:grpSpPr>
          <a:xfrm>
            <a:off x="14231654" y="1017680"/>
            <a:ext cx="3400659" cy="1307422"/>
            <a:chOff x="9163297" y="3568923"/>
            <a:chExt cx="2267106" cy="2546100"/>
          </a:xfrm>
        </p:grpSpPr>
        <p:sp>
          <p:nvSpPr>
            <p:cNvPr id="175" name="Google Shape;175;g24a03e67d01_0_28"/>
            <p:cNvSpPr/>
            <p:nvPr/>
          </p:nvSpPr>
          <p:spPr>
            <a:xfrm>
              <a:off x="9163297" y="3568923"/>
              <a:ext cx="2267100" cy="2546100"/>
            </a:xfrm>
            <a:prstGeom prst="roundRect">
              <a:avLst>
                <a:gd name="adj" fmla="val 8264"/>
              </a:avLst>
            </a:prstGeom>
            <a:solidFill>
              <a:srgbClr val="F2F2F2"/>
            </a:solidFill>
            <a:ln>
              <a:noFill/>
            </a:ln>
            <a:effectLst>
              <a:outerShdw blurRad="76200" dist="38100" dir="2700000" algn="tl" rotWithShape="0">
                <a:srgbClr val="000000">
                  <a:alpha val="40000"/>
                </a:srgbClr>
              </a:outerShdw>
            </a:effectLst>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i="0" u="none" strike="noStrike" cap="none">
                <a:solidFill>
                  <a:schemeClr val="dk1"/>
                </a:solidFill>
                <a:latin typeface="Lato"/>
                <a:ea typeface="Lato"/>
                <a:cs typeface="Lato"/>
                <a:sym typeface="Lato"/>
              </a:endParaRPr>
            </a:p>
          </p:txBody>
        </p:sp>
        <p:sp>
          <p:nvSpPr>
            <p:cNvPr id="176" name="Google Shape;176;g24a03e67d01_0_28"/>
            <p:cNvSpPr txBox="1"/>
            <p:nvPr/>
          </p:nvSpPr>
          <p:spPr>
            <a:xfrm>
              <a:off x="9163303" y="4739470"/>
              <a:ext cx="2267100" cy="1152300"/>
            </a:xfrm>
            <a:prstGeom prst="rect">
              <a:avLst/>
            </a:prstGeom>
            <a:noFill/>
            <a:ln>
              <a:noFill/>
            </a:ln>
          </p:spPr>
          <p:txBody>
            <a:bodyPr spcFirstLastPara="1" wrap="square" lIns="137150" tIns="68550" rIns="137150" bIns="68550" anchor="t" anchorCtr="0">
              <a:noAutofit/>
            </a:bodyPr>
            <a:lstStyle/>
            <a:p>
              <a:pPr marL="0" marR="0" lvl="0" indent="0" algn="ctr" rtl="0">
                <a:lnSpc>
                  <a:spcPct val="100000"/>
                </a:lnSpc>
                <a:spcBef>
                  <a:spcPts val="0"/>
                </a:spcBef>
                <a:spcAft>
                  <a:spcPts val="0"/>
                </a:spcAft>
                <a:buClr>
                  <a:schemeClr val="dk1"/>
                </a:buClr>
                <a:buSzPts val="2400"/>
                <a:buFont typeface="Arial"/>
                <a:buNone/>
              </a:pPr>
              <a:r>
                <a:rPr lang="en-US" sz="2400">
                  <a:solidFill>
                    <a:schemeClr val="dk1"/>
                  </a:solidFill>
                  <a:latin typeface="Lato"/>
                  <a:ea typeface="Lato"/>
                  <a:cs typeface="Lato"/>
                  <a:sym typeface="Lato"/>
                </a:rPr>
                <a:t>49.14M</a:t>
              </a:r>
              <a:endParaRPr sz="2400" i="0" u="none" strike="noStrike" cap="none">
                <a:solidFill>
                  <a:schemeClr val="dk1"/>
                </a:solidFill>
                <a:latin typeface="Lato"/>
                <a:ea typeface="Lato"/>
                <a:cs typeface="Lato"/>
                <a:sym typeface="Lato"/>
              </a:endParaRPr>
            </a:p>
          </p:txBody>
        </p:sp>
        <p:sp>
          <p:nvSpPr>
            <p:cNvPr id="177" name="Google Shape;177;g24a03e67d01_0_28"/>
            <p:cNvSpPr txBox="1"/>
            <p:nvPr/>
          </p:nvSpPr>
          <p:spPr>
            <a:xfrm>
              <a:off x="9178203" y="3683890"/>
              <a:ext cx="2252100" cy="1152300"/>
            </a:xfrm>
            <a:prstGeom prst="rect">
              <a:avLst/>
            </a:prstGeom>
            <a:noFill/>
            <a:ln>
              <a:noFill/>
            </a:ln>
          </p:spPr>
          <p:txBody>
            <a:bodyPr spcFirstLastPara="1" wrap="square" lIns="137150" tIns="68550" rIns="137150" bIns="68550"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n-US" sz="2700" b="1">
                  <a:solidFill>
                    <a:schemeClr val="dk1"/>
                  </a:solidFill>
                  <a:latin typeface="Lato"/>
                  <a:ea typeface="Lato"/>
                  <a:cs typeface="Lato"/>
                  <a:sym typeface="Lato"/>
                </a:rPr>
                <a:t>Avg Volume (20d)</a:t>
              </a:r>
              <a:endParaRPr sz="2100" b="1" i="0" u="none" strike="noStrike" cap="none">
                <a:solidFill>
                  <a:schemeClr val="dk1"/>
                </a:solidFill>
                <a:latin typeface="Lato"/>
                <a:ea typeface="Lato"/>
                <a:cs typeface="Lato"/>
                <a:sym typeface="Lato"/>
              </a:endParaRPr>
            </a:p>
          </p:txBody>
        </p:sp>
      </p:grpSp>
      <p:grpSp>
        <p:nvGrpSpPr>
          <p:cNvPr id="178" name="Google Shape;178;g24a03e67d01_0_28"/>
          <p:cNvGrpSpPr/>
          <p:nvPr/>
        </p:nvGrpSpPr>
        <p:grpSpPr>
          <a:xfrm>
            <a:off x="9431241" y="1017680"/>
            <a:ext cx="3400659" cy="1307422"/>
            <a:chOff x="9163297" y="3568923"/>
            <a:chExt cx="2267106" cy="2546100"/>
          </a:xfrm>
        </p:grpSpPr>
        <p:sp>
          <p:nvSpPr>
            <p:cNvPr id="179" name="Google Shape;179;g24a03e67d01_0_28"/>
            <p:cNvSpPr/>
            <p:nvPr/>
          </p:nvSpPr>
          <p:spPr>
            <a:xfrm>
              <a:off x="9163297" y="3568923"/>
              <a:ext cx="2267100" cy="2546100"/>
            </a:xfrm>
            <a:prstGeom prst="roundRect">
              <a:avLst>
                <a:gd name="adj" fmla="val 8264"/>
              </a:avLst>
            </a:prstGeom>
            <a:solidFill>
              <a:srgbClr val="F2F2F2"/>
            </a:solidFill>
            <a:ln>
              <a:noFill/>
            </a:ln>
            <a:effectLst>
              <a:outerShdw blurRad="76200" dist="38100" dir="2700000" algn="tl" rotWithShape="0">
                <a:srgbClr val="000000">
                  <a:alpha val="40000"/>
                </a:srgbClr>
              </a:outerShdw>
            </a:effectLst>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i="0" u="none" strike="noStrike" cap="none">
                <a:solidFill>
                  <a:schemeClr val="dk1"/>
                </a:solidFill>
                <a:latin typeface="Lato"/>
                <a:ea typeface="Lato"/>
                <a:cs typeface="Lato"/>
                <a:sym typeface="Lato"/>
              </a:endParaRPr>
            </a:p>
          </p:txBody>
        </p:sp>
        <p:sp>
          <p:nvSpPr>
            <p:cNvPr id="180" name="Google Shape;180;g24a03e67d01_0_28"/>
            <p:cNvSpPr txBox="1"/>
            <p:nvPr/>
          </p:nvSpPr>
          <p:spPr>
            <a:xfrm>
              <a:off x="9163303" y="4739470"/>
              <a:ext cx="2267100" cy="1152300"/>
            </a:xfrm>
            <a:prstGeom prst="rect">
              <a:avLst/>
            </a:prstGeom>
            <a:noFill/>
            <a:ln>
              <a:noFill/>
            </a:ln>
          </p:spPr>
          <p:txBody>
            <a:bodyPr spcFirstLastPara="1" wrap="square" lIns="137150" tIns="68550" rIns="137150" bIns="68550" anchor="t" anchorCtr="0">
              <a:noAutofit/>
            </a:bodyPr>
            <a:lstStyle/>
            <a:p>
              <a:pPr marL="0" marR="0" lvl="0" indent="0" algn="ctr" rtl="0">
                <a:lnSpc>
                  <a:spcPct val="100000"/>
                </a:lnSpc>
                <a:spcBef>
                  <a:spcPts val="0"/>
                </a:spcBef>
                <a:spcAft>
                  <a:spcPts val="0"/>
                </a:spcAft>
                <a:buClr>
                  <a:schemeClr val="dk1"/>
                </a:buClr>
                <a:buSzPts val="2400"/>
                <a:buFont typeface="Arial"/>
                <a:buNone/>
              </a:pPr>
              <a:r>
                <a:rPr lang="en-US" sz="2400">
                  <a:solidFill>
                    <a:schemeClr val="dk1"/>
                  </a:solidFill>
                  <a:latin typeface="Lato"/>
                  <a:ea typeface="Lato"/>
                  <a:cs typeface="Lato"/>
                  <a:sym typeface="Lato"/>
                </a:rPr>
                <a:t>3.37x</a:t>
              </a:r>
              <a:endParaRPr sz="2400" i="0" u="none" strike="noStrike" cap="none">
                <a:solidFill>
                  <a:schemeClr val="dk1"/>
                </a:solidFill>
                <a:latin typeface="Lato"/>
                <a:ea typeface="Lato"/>
                <a:cs typeface="Lato"/>
                <a:sym typeface="Lato"/>
              </a:endParaRPr>
            </a:p>
          </p:txBody>
        </p:sp>
        <p:sp>
          <p:nvSpPr>
            <p:cNvPr id="181" name="Google Shape;181;g24a03e67d01_0_28"/>
            <p:cNvSpPr txBox="1"/>
            <p:nvPr/>
          </p:nvSpPr>
          <p:spPr>
            <a:xfrm>
              <a:off x="9178203" y="3683890"/>
              <a:ext cx="2252100" cy="1152300"/>
            </a:xfrm>
            <a:prstGeom prst="rect">
              <a:avLst/>
            </a:prstGeom>
            <a:noFill/>
            <a:ln>
              <a:noFill/>
            </a:ln>
          </p:spPr>
          <p:txBody>
            <a:bodyPr spcFirstLastPara="1" wrap="square" lIns="137150" tIns="68550" rIns="137150" bIns="68550"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n-US" sz="2700" b="1">
                  <a:solidFill>
                    <a:schemeClr val="dk1"/>
                  </a:solidFill>
                  <a:latin typeface="Lato"/>
                  <a:ea typeface="Lato"/>
                  <a:cs typeface="Lato"/>
                  <a:sym typeface="Lato"/>
                </a:rPr>
                <a:t>RVOL (full day)</a:t>
              </a:r>
              <a:endParaRPr sz="2700" b="1" i="0" u="none" strike="noStrike" cap="none">
                <a:solidFill>
                  <a:schemeClr val="dk1"/>
                </a:solidFill>
                <a:latin typeface="Lato"/>
                <a:ea typeface="Lato"/>
                <a:cs typeface="Lato"/>
                <a:sym typeface="Lato"/>
              </a:endParaRPr>
            </a:p>
          </p:txBody>
        </p:sp>
      </p:grpSp>
      <p:grpSp>
        <p:nvGrpSpPr>
          <p:cNvPr id="182" name="Google Shape;182;g24a03e67d01_0_28"/>
          <p:cNvGrpSpPr/>
          <p:nvPr/>
        </p:nvGrpSpPr>
        <p:grpSpPr>
          <a:xfrm>
            <a:off x="14231654" y="2753855"/>
            <a:ext cx="3400659" cy="1307422"/>
            <a:chOff x="9163297" y="3568923"/>
            <a:chExt cx="2267106" cy="2546100"/>
          </a:xfrm>
        </p:grpSpPr>
        <p:sp>
          <p:nvSpPr>
            <p:cNvPr id="183" name="Google Shape;183;g24a03e67d01_0_28"/>
            <p:cNvSpPr/>
            <p:nvPr/>
          </p:nvSpPr>
          <p:spPr>
            <a:xfrm>
              <a:off x="9163297" y="3568923"/>
              <a:ext cx="2267100" cy="2546100"/>
            </a:xfrm>
            <a:prstGeom prst="roundRect">
              <a:avLst>
                <a:gd name="adj" fmla="val 8264"/>
              </a:avLst>
            </a:prstGeom>
            <a:solidFill>
              <a:srgbClr val="F2F2F2"/>
            </a:solidFill>
            <a:ln>
              <a:noFill/>
            </a:ln>
            <a:effectLst>
              <a:outerShdw blurRad="76200" dist="38100" dir="2700000" algn="tl" rotWithShape="0">
                <a:srgbClr val="000000">
                  <a:alpha val="40000"/>
                </a:srgbClr>
              </a:outerShdw>
            </a:effectLst>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i="0" u="none" strike="noStrike" cap="none">
                <a:solidFill>
                  <a:schemeClr val="dk1"/>
                </a:solidFill>
                <a:latin typeface="Lato"/>
                <a:ea typeface="Lato"/>
                <a:cs typeface="Lato"/>
                <a:sym typeface="Lato"/>
              </a:endParaRPr>
            </a:p>
          </p:txBody>
        </p:sp>
        <p:sp>
          <p:nvSpPr>
            <p:cNvPr id="184" name="Google Shape;184;g24a03e67d01_0_28"/>
            <p:cNvSpPr txBox="1"/>
            <p:nvPr/>
          </p:nvSpPr>
          <p:spPr>
            <a:xfrm>
              <a:off x="9163303" y="4739470"/>
              <a:ext cx="2267100" cy="1152300"/>
            </a:xfrm>
            <a:prstGeom prst="rect">
              <a:avLst/>
            </a:prstGeom>
            <a:noFill/>
            <a:ln>
              <a:noFill/>
            </a:ln>
          </p:spPr>
          <p:txBody>
            <a:bodyPr spcFirstLastPara="1" wrap="square" lIns="137150" tIns="68550" rIns="137150" bIns="68550" anchor="t" anchorCtr="0">
              <a:noAutofit/>
            </a:bodyPr>
            <a:lstStyle/>
            <a:p>
              <a:pPr marL="0" marR="0" lvl="0" indent="0" algn="ctr" rtl="0">
                <a:lnSpc>
                  <a:spcPct val="100000"/>
                </a:lnSpc>
                <a:spcBef>
                  <a:spcPts val="0"/>
                </a:spcBef>
                <a:spcAft>
                  <a:spcPts val="0"/>
                </a:spcAft>
                <a:buClr>
                  <a:schemeClr val="dk1"/>
                </a:buClr>
                <a:buSzPts val="2400"/>
                <a:buFont typeface="Arial"/>
                <a:buNone/>
              </a:pPr>
              <a:r>
                <a:rPr lang="en-US" sz="2400">
                  <a:solidFill>
                    <a:schemeClr val="dk1"/>
                  </a:solidFill>
                  <a:latin typeface="Lato"/>
                  <a:ea typeface="Lato"/>
                  <a:cs typeface="Lato"/>
                  <a:sym typeface="Lato"/>
                </a:rPr>
                <a:t>$24.33B</a:t>
              </a:r>
              <a:endParaRPr sz="2400" i="0" u="none" strike="noStrike" cap="none">
                <a:solidFill>
                  <a:schemeClr val="dk1"/>
                </a:solidFill>
                <a:latin typeface="Lato"/>
                <a:ea typeface="Lato"/>
                <a:cs typeface="Lato"/>
                <a:sym typeface="Lato"/>
              </a:endParaRPr>
            </a:p>
          </p:txBody>
        </p:sp>
        <p:sp>
          <p:nvSpPr>
            <p:cNvPr id="185" name="Google Shape;185;g24a03e67d01_0_28"/>
            <p:cNvSpPr txBox="1"/>
            <p:nvPr/>
          </p:nvSpPr>
          <p:spPr>
            <a:xfrm>
              <a:off x="9178203" y="3683890"/>
              <a:ext cx="2252100" cy="1152300"/>
            </a:xfrm>
            <a:prstGeom prst="rect">
              <a:avLst/>
            </a:prstGeom>
            <a:noFill/>
            <a:ln>
              <a:noFill/>
            </a:ln>
          </p:spPr>
          <p:txBody>
            <a:bodyPr spcFirstLastPara="1" wrap="square" lIns="137150" tIns="68550" rIns="137150" bIns="68550"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n-US" sz="2700" b="1">
                  <a:solidFill>
                    <a:schemeClr val="dk1"/>
                  </a:solidFill>
                  <a:latin typeface="Lato"/>
                  <a:ea typeface="Lato"/>
                  <a:cs typeface="Lato"/>
                  <a:sym typeface="Lato"/>
                </a:rPr>
                <a:t>Market Cap</a:t>
              </a:r>
              <a:endParaRPr sz="2100" b="1" i="0" u="none" strike="noStrike" cap="none">
                <a:solidFill>
                  <a:schemeClr val="dk1"/>
                </a:solidFill>
                <a:latin typeface="Lato"/>
                <a:ea typeface="Lato"/>
                <a:cs typeface="Lato"/>
                <a:sym typeface="Lato"/>
              </a:endParaRPr>
            </a:p>
          </p:txBody>
        </p:sp>
      </p:grpSp>
      <p:grpSp>
        <p:nvGrpSpPr>
          <p:cNvPr id="186" name="Google Shape;186;g24a03e67d01_0_28"/>
          <p:cNvGrpSpPr/>
          <p:nvPr/>
        </p:nvGrpSpPr>
        <p:grpSpPr>
          <a:xfrm>
            <a:off x="9431241" y="2753855"/>
            <a:ext cx="3400659" cy="1307422"/>
            <a:chOff x="9163297" y="3568923"/>
            <a:chExt cx="2267106" cy="2546100"/>
          </a:xfrm>
        </p:grpSpPr>
        <p:sp>
          <p:nvSpPr>
            <p:cNvPr id="187" name="Google Shape;187;g24a03e67d01_0_28"/>
            <p:cNvSpPr/>
            <p:nvPr/>
          </p:nvSpPr>
          <p:spPr>
            <a:xfrm>
              <a:off x="9163297" y="3568923"/>
              <a:ext cx="2267100" cy="2546100"/>
            </a:xfrm>
            <a:prstGeom prst="roundRect">
              <a:avLst>
                <a:gd name="adj" fmla="val 8264"/>
              </a:avLst>
            </a:prstGeom>
            <a:solidFill>
              <a:srgbClr val="F2F2F2"/>
            </a:solidFill>
            <a:ln>
              <a:noFill/>
            </a:ln>
            <a:effectLst>
              <a:outerShdw blurRad="76200" dist="38100" dir="2700000" algn="tl" rotWithShape="0">
                <a:srgbClr val="000000">
                  <a:alpha val="40000"/>
                </a:srgbClr>
              </a:outerShdw>
            </a:effectLst>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i="0" u="none" strike="noStrike" cap="none">
                <a:solidFill>
                  <a:schemeClr val="dk1"/>
                </a:solidFill>
                <a:latin typeface="Lato"/>
                <a:ea typeface="Lato"/>
                <a:cs typeface="Lato"/>
                <a:sym typeface="Lato"/>
              </a:endParaRPr>
            </a:p>
          </p:txBody>
        </p:sp>
        <p:sp>
          <p:nvSpPr>
            <p:cNvPr id="188" name="Google Shape;188;g24a03e67d01_0_28"/>
            <p:cNvSpPr txBox="1"/>
            <p:nvPr/>
          </p:nvSpPr>
          <p:spPr>
            <a:xfrm>
              <a:off x="9163303" y="4739470"/>
              <a:ext cx="2267100" cy="1152300"/>
            </a:xfrm>
            <a:prstGeom prst="rect">
              <a:avLst/>
            </a:prstGeom>
            <a:noFill/>
            <a:ln>
              <a:noFill/>
            </a:ln>
          </p:spPr>
          <p:txBody>
            <a:bodyPr spcFirstLastPara="1" wrap="square" lIns="137150" tIns="68550" rIns="137150" bIns="68550" anchor="t" anchorCtr="0">
              <a:noAutofit/>
            </a:bodyPr>
            <a:lstStyle/>
            <a:p>
              <a:pPr marL="0" marR="0" lvl="0" indent="0" algn="ctr" rtl="0">
                <a:lnSpc>
                  <a:spcPct val="100000"/>
                </a:lnSpc>
                <a:spcBef>
                  <a:spcPts val="0"/>
                </a:spcBef>
                <a:spcAft>
                  <a:spcPts val="0"/>
                </a:spcAft>
                <a:buClr>
                  <a:schemeClr val="dk1"/>
                </a:buClr>
                <a:buSzPts val="2400"/>
                <a:buFont typeface="Arial"/>
                <a:buNone/>
              </a:pPr>
              <a:r>
                <a:rPr lang="en-US" sz="2400">
                  <a:solidFill>
                    <a:schemeClr val="dk1"/>
                  </a:solidFill>
                  <a:latin typeface="Lato"/>
                  <a:ea typeface="Lato"/>
                  <a:cs typeface="Lato"/>
                  <a:sym typeface="Lato"/>
                </a:rPr>
                <a:t>498.22M</a:t>
              </a:r>
              <a:endParaRPr sz="2400" i="0" u="none" strike="noStrike" cap="none">
                <a:solidFill>
                  <a:schemeClr val="dk1"/>
                </a:solidFill>
                <a:latin typeface="Lato"/>
                <a:ea typeface="Lato"/>
                <a:cs typeface="Lato"/>
                <a:sym typeface="Lato"/>
              </a:endParaRPr>
            </a:p>
          </p:txBody>
        </p:sp>
        <p:sp>
          <p:nvSpPr>
            <p:cNvPr id="189" name="Google Shape;189;g24a03e67d01_0_28"/>
            <p:cNvSpPr txBox="1"/>
            <p:nvPr/>
          </p:nvSpPr>
          <p:spPr>
            <a:xfrm>
              <a:off x="9178203" y="3683890"/>
              <a:ext cx="2252100" cy="1152300"/>
            </a:xfrm>
            <a:prstGeom prst="rect">
              <a:avLst/>
            </a:prstGeom>
            <a:noFill/>
            <a:ln>
              <a:noFill/>
            </a:ln>
          </p:spPr>
          <p:txBody>
            <a:bodyPr spcFirstLastPara="1" wrap="square" lIns="137150" tIns="68550" rIns="137150" bIns="68550"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n-US" sz="2700" b="1">
                  <a:solidFill>
                    <a:schemeClr val="dk1"/>
                  </a:solidFill>
                  <a:latin typeface="Lato"/>
                  <a:ea typeface="Lato"/>
                  <a:cs typeface="Lato"/>
                  <a:sym typeface="Lato"/>
                </a:rPr>
                <a:t>Float</a:t>
              </a:r>
              <a:endParaRPr sz="2700" b="1" i="0" u="none" strike="noStrike" cap="none">
                <a:solidFill>
                  <a:schemeClr val="dk1"/>
                </a:solidFill>
                <a:latin typeface="Lato"/>
                <a:ea typeface="Lato"/>
                <a:cs typeface="Lato"/>
                <a:sym typeface="Lato"/>
              </a:endParaRPr>
            </a:p>
          </p:txBody>
        </p:sp>
      </p:grpSp>
      <p:grpSp>
        <p:nvGrpSpPr>
          <p:cNvPr id="190" name="Google Shape;190;g24a03e67d01_0_28"/>
          <p:cNvGrpSpPr/>
          <p:nvPr/>
        </p:nvGrpSpPr>
        <p:grpSpPr>
          <a:xfrm>
            <a:off x="14231654" y="4490030"/>
            <a:ext cx="3400659" cy="1307422"/>
            <a:chOff x="9163297" y="3568923"/>
            <a:chExt cx="2267106" cy="2546100"/>
          </a:xfrm>
        </p:grpSpPr>
        <p:sp>
          <p:nvSpPr>
            <p:cNvPr id="191" name="Google Shape;191;g24a03e67d01_0_28"/>
            <p:cNvSpPr/>
            <p:nvPr/>
          </p:nvSpPr>
          <p:spPr>
            <a:xfrm>
              <a:off x="9163297" y="3568923"/>
              <a:ext cx="2267100" cy="2546100"/>
            </a:xfrm>
            <a:prstGeom prst="roundRect">
              <a:avLst>
                <a:gd name="adj" fmla="val 8264"/>
              </a:avLst>
            </a:prstGeom>
            <a:solidFill>
              <a:srgbClr val="F2F2F2"/>
            </a:solidFill>
            <a:ln>
              <a:noFill/>
            </a:ln>
            <a:effectLst>
              <a:outerShdw blurRad="76200" dist="38100" dir="2700000" algn="tl" rotWithShape="0">
                <a:srgbClr val="000000">
                  <a:alpha val="40000"/>
                </a:srgbClr>
              </a:outerShdw>
            </a:effectLst>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i="0" u="none" strike="noStrike" cap="none">
                <a:solidFill>
                  <a:schemeClr val="dk1"/>
                </a:solidFill>
                <a:latin typeface="Lato"/>
                <a:ea typeface="Lato"/>
                <a:cs typeface="Lato"/>
                <a:sym typeface="Lato"/>
              </a:endParaRPr>
            </a:p>
          </p:txBody>
        </p:sp>
        <p:sp>
          <p:nvSpPr>
            <p:cNvPr id="192" name="Google Shape;192;g24a03e67d01_0_28"/>
            <p:cNvSpPr txBox="1"/>
            <p:nvPr/>
          </p:nvSpPr>
          <p:spPr>
            <a:xfrm>
              <a:off x="9163303" y="4739470"/>
              <a:ext cx="2267100" cy="1152300"/>
            </a:xfrm>
            <a:prstGeom prst="rect">
              <a:avLst/>
            </a:prstGeom>
            <a:noFill/>
            <a:ln>
              <a:noFill/>
            </a:ln>
          </p:spPr>
          <p:txBody>
            <a:bodyPr spcFirstLastPara="1" wrap="square" lIns="137150" tIns="68550" rIns="137150" bIns="68550" anchor="t" anchorCtr="0">
              <a:noAutofit/>
            </a:bodyPr>
            <a:lstStyle/>
            <a:p>
              <a:pPr marL="0" marR="0" lvl="0" indent="0" algn="ctr" rtl="0">
                <a:lnSpc>
                  <a:spcPct val="100000"/>
                </a:lnSpc>
                <a:spcBef>
                  <a:spcPts val="0"/>
                </a:spcBef>
                <a:spcAft>
                  <a:spcPts val="0"/>
                </a:spcAft>
                <a:buClr>
                  <a:schemeClr val="dk1"/>
                </a:buClr>
                <a:buSzPts val="2400"/>
                <a:buFont typeface="Arial"/>
                <a:buNone/>
              </a:pPr>
              <a:r>
                <a:rPr lang="en-US" sz="2400">
                  <a:solidFill>
                    <a:schemeClr val="dk1"/>
                  </a:solidFill>
                  <a:latin typeface="Lato"/>
                  <a:ea typeface="Lato"/>
                  <a:cs typeface="Lato"/>
                  <a:sym typeface="Lato"/>
                </a:rPr>
                <a:t>14.60</a:t>
              </a:r>
              <a:endParaRPr sz="2400" i="0" u="none" strike="noStrike" cap="none">
                <a:solidFill>
                  <a:schemeClr val="dk1"/>
                </a:solidFill>
                <a:latin typeface="Lato"/>
                <a:ea typeface="Lato"/>
                <a:cs typeface="Lato"/>
                <a:sym typeface="Lato"/>
              </a:endParaRPr>
            </a:p>
          </p:txBody>
        </p:sp>
        <p:sp>
          <p:nvSpPr>
            <p:cNvPr id="193" name="Google Shape;193;g24a03e67d01_0_28"/>
            <p:cNvSpPr txBox="1"/>
            <p:nvPr/>
          </p:nvSpPr>
          <p:spPr>
            <a:xfrm>
              <a:off x="9178203" y="3683890"/>
              <a:ext cx="2252100" cy="1152300"/>
            </a:xfrm>
            <a:prstGeom prst="rect">
              <a:avLst/>
            </a:prstGeom>
            <a:noFill/>
            <a:ln>
              <a:noFill/>
            </a:ln>
          </p:spPr>
          <p:txBody>
            <a:bodyPr spcFirstLastPara="1" wrap="square" lIns="137150" tIns="68550" rIns="137150" bIns="68550"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n-US" sz="2700" b="1">
                  <a:solidFill>
                    <a:schemeClr val="dk1"/>
                  </a:solidFill>
                  <a:latin typeface="Lato"/>
                  <a:ea typeface="Lato"/>
                  <a:cs typeface="Lato"/>
                  <a:sym typeface="Lato"/>
                </a:rPr>
                <a:t>$VIX</a:t>
              </a:r>
              <a:endParaRPr sz="2100" b="1" i="0" u="none" strike="noStrike" cap="none">
                <a:solidFill>
                  <a:schemeClr val="dk1"/>
                </a:solidFill>
                <a:latin typeface="Lato"/>
                <a:ea typeface="Lato"/>
                <a:cs typeface="Lato"/>
                <a:sym typeface="Lato"/>
              </a:endParaRPr>
            </a:p>
          </p:txBody>
        </p:sp>
      </p:grpSp>
      <p:grpSp>
        <p:nvGrpSpPr>
          <p:cNvPr id="194" name="Google Shape;194;g24a03e67d01_0_28"/>
          <p:cNvGrpSpPr/>
          <p:nvPr/>
        </p:nvGrpSpPr>
        <p:grpSpPr>
          <a:xfrm>
            <a:off x="9431241" y="4490030"/>
            <a:ext cx="3400659" cy="1307422"/>
            <a:chOff x="9163297" y="3568923"/>
            <a:chExt cx="2267106" cy="2546100"/>
          </a:xfrm>
        </p:grpSpPr>
        <p:sp>
          <p:nvSpPr>
            <p:cNvPr id="195" name="Google Shape;195;g24a03e67d01_0_28"/>
            <p:cNvSpPr/>
            <p:nvPr/>
          </p:nvSpPr>
          <p:spPr>
            <a:xfrm>
              <a:off x="9163297" y="3568923"/>
              <a:ext cx="2267100" cy="2546100"/>
            </a:xfrm>
            <a:prstGeom prst="roundRect">
              <a:avLst>
                <a:gd name="adj" fmla="val 8264"/>
              </a:avLst>
            </a:prstGeom>
            <a:solidFill>
              <a:srgbClr val="F2F2F2"/>
            </a:solidFill>
            <a:ln>
              <a:noFill/>
            </a:ln>
            <a:effectLst>
              <a:outerShdw blurRad="76200" dist="38100" dir="2700000" algn="tl" rotWithShape="0">
                <a:srgbClr val="000000">
                  <a:alpha val="40000"/>
                </a:srgbClr>
              </a:outerShdw>
            </a:effectLst>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i="0" u="none" strike="noStrike" cap="none">
                <a:solidFill>
                  <a:schemeClr val="dk1"/>
                </a:solidFill>
                <a:latin typeface="Lato"/>
                <a:ea typeface="Lato"/>
                <a:cs typeface="Lato"/>
                <a:sym typeface="Lato"/>
              </a:endParaRPr>
            </a:p>
          </p:txBody>
        </p:sp>
        <p:sp>
          <p:nvSpPr>
            <p:cNvPr id="196" name="Google Shape;196;g24a03e67d01_0_28"/>
            <p:cNvSpPr txBox="1"/>
            <p:nvPr/>
          </p:nvSpPr>
          <p:spPr>
            <a:xfrm>
              <a:off x="9163303" y="4739470"/>
              <a:ext cx="2267100" cy="1152300"/>
            </a:xfrm>
            <a:prstGeom prst="rect">
              <a:avLst/>
            </a:prstGeom>
            <a:noFill/>
            <a:ln>
              <a:noFill/>
            </a:ln>
          </p:spPr>
          <p:txBody>
            <a:bodyPr spcFirstLastPara="1" wrap="square" lIns="137150" tIns="68550" rIns="137150" bIns="68550" anchor="t" anchorCtr="0">
              <a:noAutofit/>
            </a:bodyPr>
            <a:lstStyle/>
            <a:p>
              <a:pPr marL="0" marR="0" lvl="0" indent="0" algn="ctr" rtl="0">
                <a:lnSpc>
                  <a:spcPct val="100000"/>
                </a:lnSpc>
                <a:spcBef>
                  <a:spcPts val="0"/>
                </a:spcBef>
                <a:spcAft>
                  <a:spcPts val="0"/>
                </a:spcAft>
                <a:buClr>
                  <a:schemeClr val="dk1"/>
                </a:buClr>
                <a:buSzPts val="2400"/>
                <a:buFont typeface="Arial"/>
                <a:buNone/>
              </a:pPr>
              <a:r>
                <a:rPr lang="en-US" sz="2400">
                  <a:solidFill>
                    <a:schemeClr val="dk1"/>
                  </a:solidFill>
                  <a:latin typeface="Lato"/>
                  <a:ea typeface="Lato"/>
                  <a:cs typeface="Lato"/>
                  <a:sym typeface="Lato"/>
                </a:rPr>
                <a:t>18.45%</a:t>
              </a:r>
              <a:endParaRPr sz="2400" i="0" u="none" strike="noStrike" cap="none">
                <a:solidFill>
                  <a:schemeClr val="dk1"/>
                </a:solidFill>
                <a:latin typeface="Lato"/>
                <a:ea typeface="Lato"/>
                <a:cs typeface="Lato"/>
                <a:sym typeface="Lato"/>
              </a:endParaRPr>
            </a:p>
          </p:txBody>
        </p:sp>
        <p:sp>
          <p:nvSpPr>
            <p:cNvPr id="197" name="Google Shape;197;g24a03e67d01_0_28"/>
            <p:cNvSpPr txBox="1"/>
            <p:nvPr/>
          </p:nvSpPr>
          <p:spPr>
            <a:xfrm>
              <a:off x="9178203" y="3683890"/>
              <a:ext cx="2252100" cy="1152300"/>
            </a:xfrm>
            <a:prstGeom prst="rect">
              <a:avLst/>
            </a:prstGeom>
            <a:noFill/>
            <a:ln>
              <a:noFill/>
            </a:ln>
          </p:spPr>
          <p:txBody>
            <a:bodyPr spcFirstLastPara="1" wrap="square" lIns="137150" tIns="68550" rIns="137150" bIns="68550"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n-US" sz="2700" b="1">
                  <a:solidFill>
                    <a:schemeClr val="dk1"/>
                  </a:solidFill>
                  <a:latin typeface="Lato"/>
                  <a:ea typeface="Lato"/>
                  <a:cs typeface="Lato"/>
                  <a:sym typeface="Lato"/>
                </a:rPr>
                <a:t>Short Interest %</a:t>
              </a:r>
              <a:endParaRPr sz="2700" b="1" i="0" u="none" strike="noStrike" cap="none">
                <a:solidFill>
                  <a:schemeClr val="dk1"/>
                </a:solidFill>
                <a:latin typeface="Lato"/>
                <a:ea typeface="Lato"/>
                <a:cs typeface="Lato"/>
                <a:sym typeface="Lato"/>
              </a:endParaRPr>
            </a:p>
          </p:txBody>
        </p:sp>
      </p:grpSp>
      <p:grpSp>
        <p:nvGrpSpPr>
          <p:cNvPr id="198" name="Google Shape;198;g24a03e67d01_0_28"/>
          <p:cNvGrpSpPr/>
          <p:nvPr/>
        </p:nvGrpSpPr>
        <p:grpSpPr>
          <a:xfrm>
            <a:off x="14231654" y="6226205"/>
            <a:ext cx="3400659" cy="1307422"/>
            <a:chOff x="9163297" y="3568923"/>
            <a:chExt cx="2267106" cy="2546100"/>
          </a:xfrm>
        </p:grpSpPr>
        <p:sp>
          <p:nvSpPr>
            <p:cNvPr id="199" name="Google Shape;199;g24a03e67d01_0_28"/>
            <p:cNvSpPr/>
            <p:nvPr/>
          </p:nvSpPr>
          <p:spPr>
            <a:xfrm>
              <a:off x="9163297" y="3568923"/>
              <a:ext cx="2267100" cy="2546100"/>
            </a:xfrm>
            <a:prstGeom prst="roundRect">
              <a:avLst>
                <a:gd name="adj" fmla="val 8264"/>
              </a:avLst>
            </a:prstGeom>
            <a:solidFill>
              <a:srgbClr val="F2F2F2"/>
            </a:solidFill>
            <a:ln>
              <a:noFill/>
            </a:ln>
            <a:effectLst>
              <a:outerShdw blurRad="76200" dist="38100" dir="2700000" algn="tl" rotWithShape="0">
                <a:srgbClr val="000000">
                  <a:alpha val="40000"/>
                </a:srgbClr>
              </a:outerShdw>
            </a:effectLst>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i="0" u="none" strike="noStrike" cap="none">
                <a:solidFill>
                  <a:schemeClr val="dk1"/>
                </a:solidFill>
                <a:latin typeface="Lato"/>
                <a:ea typeface="Lato"/>
                <a:cs typeface="Lato"/>
                <a:sym typeface="Lato"/>
              </a:endParaRPr>
            </a:p>
          </p:txBody>
        </p:sp>
        <p:sp>
          <p:nvSpPr>
            <p:cNvPr id="200" name="Google Shape;200;g24a03e67d01_0_28"/>
            <p:cNvSpPr txBox="1"/>
            <p:nvPr/>
          </p:nvSpPr>
          <p:spPr>
            <a:xfrm>
              <a:off x="9163303" y="4739470"/>
              <a:ext cx="2267100" cy="1152300"/>
            </a:xfrm>
            <a:prstGeom prst="rect">
              <a:avLst/>
            </a:prstGeom>
            <a:noFill/>
            <a:ln>
              <a:noFill/>
            </a:ln>
          </p:spPr>
          <p:txBody>
            <a:bodyPr spcFirstLastPara="1" wrap="square" lIns="137150" tIns="68550" rIns="137150" bIns="68550" anchor="t" anchorCtr="0">
              <a:noAutofit/>
            </a:bodyPr>
            <a:lstStyle/>
            <a:p>
              <a:pPr marL="0" marR="0" lvl="0" indent="0" algn="ctr" rtl="0">
                <a:lnSpc>
                  <a:spcPct val="100000"/>
                </a:lnSpc>
                <a:spcBef>
                  <a:spcPts val="0"/>
                </a:spcBef>
                <a:spcAft>
                  <a:spcPts val="0"/>
                </a:spcAft>
                <a:buClr>
                  <a:schemeClr val="dk1"/>
                </a:buClr>
                <a:buSzPts val="2400"/>
                <a:buFont typeface="Arial"/>
                <a:buNone/>
              </a:pPr>
              <a:r>
                <a:rPr lang="en-US" sz="2400">
                  <a:solidFill>
                    <a:schemeClr val="dk1"/>
                  </a:solidFill>
                  <a:latin typeface="Lato"/>
                  <a:ea typeface="Lato"/>
                  <a:cs typeface="Lato"/>
                  <a:sym typeface="Lato"/>
                </a:rPr>
                <a:t>2.46</a:t>
              </a:r>
              <a:endParaRPr sz="2400" i="0" u="none" strike="noStrike" cap="none">
                <a:solidFill>
                  <a:schemeClr val="dk1"/>
                </a:solidFill>
                <a:latin typeface="Lato"/>
                <a:ea typeface="Lato"/>
                <a:cs typeface="Lato"/>
                <a:sym typeface="Lato"/>
              </a:endParaRPr>
            </a:p>
          </p:txBody>
        </p:sp>
        <p:sp>
          <p:nvSpPr>
            <p:cNvPr id="201" name="Google Shape;201;g24a03e67d01_0_28"/>
            <p:cNvSpPr txBox="1"/>
            <p:nvPr/>
          </p:nvSpPr>
          <p:spPr>
            <a:xfrm>
              <a:off x="9178203" y="3683890"/>
              <a:ext cx="2252100" cy="1152300"/>
            </a:xfrm>
            <a:prstGeom prst="rect">
              <a:avLst/>
            </a:prstGeom>
            <a:noFill/>
            <a:ln>
              <a:noFill/>
            </a:ln>
          </p:spPr>
          <p:txBody>
            <a:bodyPr spcFirstLastPara="1" wrap="square" lIns="137150" tIns="68550" rIns="137150" bIns="68550"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n-US" sz="2700" b="1">
                  <a:solidFill>
                    <a:schemeClr val="dk1"/>
                  </a:solidFill>
                  <a:latin typeface="Lato"/>
                  <a:ea typeface="Lato"/>
                  <a:cs typeface="Lato"/>
                  <a:sym typeface="Lato"/>
                </a:rPr>
                <a:t>ATR (14d)</a:t>
              </a:r>
              <a:endParaRPr sz="2100" b="1" i="0" u="none" strike="noStrike" cap="none">
                <a:solidFill>
                  <a:schemeClr val="dk1"/>
                </a:solidFill>
                <a:latin typeface="Lato"/>
                <a:ea typeface="Lato"/>
                <a:cs typeface="Lato"/>
                <a:sym typeface="Lato"/>
              </a:endParaRPr>
            </a:p>
          </p:txBody>
        </p:sp>
      </p:grpSp>
      <p:grpSp>
        <p:nvGrpSpPr>
          <p:cNvPr id="202" name="Google Shape;202;g24a03e67d01_0_28"/>
          <p:cNvGrpSpPr/>
          <p:nvPr/>
        </p:nvGrpSpPr>
        <p:grpSpPr>
          <a:xfrm>
            <a:off x="9431241" y="6226205"/>
            <a:ext cx="3400659" cy="1307422"/>
            <a:chOff x="9163297" y="3568923"/>
            <a:chExt cx="2267106" cy="2546100"/>
          </a:xfrm>
        </p:grpSpPr>
        <p:sp>
          <p:nvSpPr>
            <p:cNvPr id="203" name="Google Shape;203;g24a03e67d01_0_28"/>
            <p:cNvSpPr/>
            <p:nvPr/>
          </p:nvSpPr>
          <p:spPr>
            <a:xfrm>
              <a:off x="9163297" y="3568923"/>
              <a:ext cx="2267100" cy="2546100"/>
            </a:xfrm>
            <a:prstGeom prst="roundRect">
              <a:avLst>
                <a:gd name="adj" fmla="val 8264"/>
              </a:avLst>
            </a:prstGeom>
            <a:solidFill>
              <a:srgbClr val="F2F2F2"/>
            </a:solidFill>
            <a:ln>
              <a:noFill/>
            </a:ln>
            <a:effectLst>
              <a:outerShdw blurRad="76200" dist="38100" dir="2700000" algn="tl" rotWithShape="0">
                <a:srgbClr val="000000">
                  <a:alpha val="40000"/>
                </a:srgbClr>
              </a:outerShdw>
            </a:effectLst>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i="0" u="none" strike="noStrike" cap="none">
                <a:solidFill>
                  <a:schemeClr val="dk1"/>
                </a:solidFill>
                <a:latin typeface="Lato"/>
                <a:ea typeface="Lato"/>
                <a:cs typeface="Lato"/>
                <a:sym typeface="Lato"/>
              </a:endParaRPr>
            </a:p>
          </p:txBody>
        </p:sp>
        <p:sp>
          <p:nvSpPr>
            <p:cNvPr id="204" name="Google Shape;204;g24a03e67d01_0_28"/>
            <p:cNvSpPr txBox="1"/>
            <p:nvPr/>
          </p:nvSpPr>
          <p:spPr>
            <a:xfrm>
              <a:off x="9163303" y="4739470"/>
              <a:ext cx="2267100" cy="1152300"/>
            </a:xfrm>
            <a:prstGeom prst="rect">
              <a:avLst/>
            </a:prstGeom>
            <a:noFill/>
            <a:ln>
              <a:noFill/>
            </a:ln>
          </p:spPr>
          <p:txBody>
            <a:bodyPr spcFirstLastPara="1" wrap="square" lIns="137150" tIns="68550" rIns="137150" bIns="68550" anchor="t" anchorCtr="0">
              <a:noAutofit/>
            </a:bodyPr>
            <a:lstStyle/>
            <a:p>
              <a:pPr marL="0" marR="0" lvl="0" indent="0" algn="ctr" rtl="0">
                <a:lnSpc>
                  <a:spcPct val="100000"/>
                </a:lnSpc>
                <a:spcBef>
                  <a:spcPts val="0"/>
                </a:spcBef>
                <a:spcAft>
                  <a:spcPts val="0"/>
                </a:spcAft>
                <a:buClr>
                  <a:schemeClr val="dk1"/>
                </a:buClr>
                <a:buSzPts val="2400"/>
                <a:buFont typeface="Arial"/>
                <a:buNone/>
              </a:pPr>
              <a:r>
                <a:rPr lang="en-US" sz="2400">
                  <a:solidFill>
                    <a:schemeClr val="dk1"/>
                  </a:solidFill>
                  <a:latin typeface="Lato"/>
                  <a:ea typeface="Lato"/>
                  <a:cs typeface="Lato"/>
                  <a:sym typeface="Lato"/>
                </a:rPr>
                <a:t>12.88%</a:t>
              </a:r>
              <a:endParaRPr sz="2400" i="0" u="none" strike="noStrike" cap="none">
                <a:solidFill>
                  <a:schemeClr val="dk1"/>
                </a:solidFill>
                <a:latin typeface="Lato"/>
                <a:ea typeface="Lato"/>
                <a:cs typeface="Lato"/>
                <a:sym typeface="Lato"/>
              </a:endParaRPr>
            </a:p>
          </p:txBody>
        </p:sp>
        <p:sp>
          <p:nvSpPr>
            <p:cNvPr id="205" name="Google Shape;205;g24a03e67d01_0_28"/>
            <p:cNvSpPr txBox="1"/>
            <p:nvPr/>
          </p:nvSpPr>
          <p:spPr>
            <a:xfrm>
              <a:off x="9178203" y="3683890"/>
              <a:ext cx="2252100" cy="1152300"/>
            </a:xfrm>
            <a:prstGeom prst="rect">
              <a:avLst/>
            </a:prstGeom>
            <a:noFill/>
            <a:ln>
              <a:noFill/>
            </a:ln>
          </p:spPr>
          <p:txBody>
            <a:bodyPr spcFirstLastPara="1" wrap="square" lIns="137150" tIns="68550" rIns="137150" bIns="68550"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n-US" sz="2700" b="1">
                  <a:solidFill>
                    <a:schemeClr val="dk1"/>
                  </a:solidFill>
                  <a:latin typeface="Lato"/>
                  <a:ea typeface="Lato"/>
                  <a:cs typeface="Lato"/>
                  <a:sym typeface="Lato"/>
                </a:rPr>
                <a:t>Insider Own %</a:t>
              </a:r>
              <a:endParaRPr sz="2700" b="1" i="0" u="none" strike="noStrike" cap="none">
                <a:solidFill>
                  <a:schemeClr val="dk1"/>
                </a:solidFill>
                <a:latin typeface="Lato"/>
                <a:ea typeface="Lato"/>
                <a:cs typeface="Lato"/>
                <a:sym typeface="Lato"/>
              </a:endParaRPr>
            </a:p>
          </p:txBody>
        </p:sp>
      </p:grpSp>
      <p:grpSp>
        <p:nvGrpSpPr>
          <p:cNvPr id="206" name="Google Shape;206;g24a03e67d01_0_28"/>
          <p:cNvGrpSpPr/>
          <p:nvPr/>
        </p:nvGrpSpPr>
        <p:grpSpPr>
          <a:xfrm>
            <a:off x="14231654" y="7962380"/>
            <a:ext cx="3400659" cy="1307422"/>
            <a:chOff x="9163297" y="3568923"/>
            <a:chExt cx="2267106" cy="2546100"/>
          </a:xfrm>
        </p:grpSpPr>
        <p:sp>
          <p:nvSpPr>
            <p:cNvPr id="207" name="Google Shape;207;g24a03e67d01_0_28"/>
            <p:cNvSpPr/>
            <p:nvPr/>
          </p:nvSpPr>
          <p:spPr>
            <a:xfrm>
              <a:off x="9163297" y="3568923"/>
              <a:ext cx="2267100" cy="2546100"/>
            </a:xfrm>
            <a:prstGeom prst="roundRect">
              <a:avLst>
                <a:gd name="adj" fmla="val 8264"/>
              </a:avLst>
            </a:prstGeom>
            <a:solidFill>
              <a:srgbClr val="F2F2F2"/>
            </a:solidFill>
            <a:ln>
              <a:noFill/>
            </a:ln>
            <a:effectLst>
              <a:outerShdw blurRad="76200" dist="38100" dir="2700000" algn="tl" rotWithShape="0">
                <a:srgbClr val="000000">
                  <a:alpha val="40000"/>
                </a:srgbClr>
              </a:outerShdw>
            </a:effectLst>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i="0" u="none" strike="noStrike" cap="none">
                <a:solidFill>
                  <a:schemeClr val="dk1"/>
                </a:solidFill>
                <a:latin typeface="Lato"/>
                <a:ea typeface="Lato"/>
                <a:cs typeface="Lato"/>
                <a:sym typeface="Lato"/>
              </a:endParaRPr>
            </a:p>
          </p:txBody>
        </p:sp>
        <p:sp>
          <p:nvSpPr>
            <p:cNvPr id="208" name="Google Shape;208;g24a03e67d01_0_28"/>
            <p:cNvSpPr txBox="1"/>
            <p:nvPr/>
          </p:nvSpPr>
          <p:spPr>
            <a:xfrm>
              <a:off x="9163303" y="4739470"/>
              <a:ext cx="2267100" cy="1152300"/>
            </a:xfrm>
            <a:prstGeom prst="rect">
              <a:avLst/>
            </a:prstGeom>
            <a:noFill/>
            <a:ln>
              <a:noFill/>
            </a:ln>
          </p:spPr>
          <p:txBody>
            <a:bodyPr spcFirstLastPara="1" wrap="square" lIns="137150" tIns="68550" rIns="137150" bIns="68550" anchor="t" anchorCtr="0">
              <a:noAutofit/>
            </a:bodyPr>
            <a:lstStyle/>
            <a:p>
              <a:pPr marL="0" marR="0" lvl="0" indent="0" algn="ctr" rtl="0">
                <a:lnSpc>
                  <a:spcPct val="100000"/>
                </a:lnSpc>
                <a:spcBef>
                  <a:spcPts val="0"/>
                </a:spcBef>
                <a:spcAft>
                  <a:spcPts val="0"/>
                </a:spcAft>
                <a:buClr>
                  <a:schemeClr val="dk1"/>
                </a:buClr>
                <a:buSzPts val="2400"/>
                <a:buFont typeface="Arial"/>
                <a:buNone/>
              </a:pPr>
              <a:r>
                <a:rPr lang="en-US" sz="2400">
                  <a:solidFill>
                    <a:schemeClr val="dk1"/>
                  </a:solidFill>
                  <a:latin typeface="Lato"/>
                  <a:ea typeface="Lato"/>
                  <a:cs typeface="Lato"/>
                  <a:sym typeface="Lato"/>
                </a:rPr>
                <a:t>10.73%</a:t>
              </a:r>
              <a:endParaRPr sz="2400" i="0" u="none" strike="noStrike" cap="none">
                <a:solidFill>
                  <a:schemeClr val="dk1"/>
                </a:solidFill>
                <a:latin typeface="Lato"/>
                <a:ea typeface="Lato"/>
                <a:cs typeface="Lato"/>
                <a:sym typeface="Lato"/>
              </a:endParaRPr>
            </a:p>
          </p:txBody>
        </p:sp>
        <p:sp>
          <p:nvSpPr>
            <p:cNvPr id="209" name="Google Shape;209;g24a03e67d01_0_28"/>
            <p:cNvSpPr txBox="1"/>
            <p:nvPr/>
          </p:nvSpPr>
          <p:spPr>
            <a:xfrm>
              <a:off x="9178203" y="3683890"/>
              <a:ext cx="2252100" cy="1152300"/>
            </a:xfrm>
            <a:prstGeom prst="rect">
              <a:avLst/>
            </a:prstGeom>
            <a:noFill/>
            <a:ln>
              <a:noFill/>
            </a:ln>
          </p:spPr>
          <p:txBody>
            <a:bodyPr spcFirstLastPara="1" wrap="square" lIns="137150" tIns="68550" rIns="137150" bIns="68550"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n-US" sz="2700" b="1">
                  <a:solidFill>
                    <a:schemeClr val="dk1"/>
                  </a:solidFill>
                  <a:latin typeface="Lato"/>
                  <a:ea typeface="Lato"/>
                  <a:cs typeface="Lato"/>
                  <a:sym typeface="Lato"/>
                </a:rPr>
                <a:t>Gap %</a:t>
              </a:r>
              <a:endParaRPr sz="2100" b="1" i="0" u="none" strike="noStrike" cap="none">
                <a:solidFill>
                  <a:schemeClr val="dk1"/>
                </a:solidFill>
                <a:latin typeface="Lato"/>
                <a:ea typeface="Lato"/>
                <a:cs typeface="Lato"/>
                <a:sym typeface="Lato"/>
              </a:endParaRPr>
            </a:p>
          </p:txBody>
        </p:sp>
      </p:grpSp>
      <p:grpSp>
        <p:nvGrpSpPr>
          <p:cNvPr id="210" name="Google Shape;210;g24a03e67d01_0_28"/>
          <p:cNvGrpSpPr/>
          <p:nvPr/>
        </p:nvGrpSpPr>
        <p:grpSpPr>
          <a:xfrm>
            <a:off x="9431241" y="7962380"/>
            <a:ext cx="3400659" cy="1307422"/>
            <a:chOff x="9163297" y="3568923"/>
            <a:chExt cx="2267106" cy="2546100"/>
          </a:xfrm>
        </p:grpSpPr>
        <p:sp>
          <p:nvSpPr>
            <p:cNvPr id="211" name="Google Shape;211;g24a03e67d01_0_28"/>
            <p:cNvSpPr/>
            <p:nvPr/>
          </p:nvSpPr>
          <p:spPr>
            <a:xfrm>
              <a:off x="9163297" y="3568923"/>
              <a:ext cx="2267100" cy="2546100"/>
            </a:xfrm>
            <a:prstGeom prst="roundRect">
              <a:avLst>
                <a:gd name="adj" fmla="val 8264"/>
              </a:avLst>
            </a:prstGeom>
            <a:solidFill>
              <a:srgbClr val="F2F2F2"/>
            </a:solidFill>
            <a:ln>
              <a:noFill/>
            </a:ln>
            <a:effectLst>
              <a:outerShdw blurRad="76200" dist="38100" dir="2700000" algn="tl" rotWithShape="0">
                <a:srgbClr val="000000">
                  <a:alpha val="40000"/>
                </a:srgbClr>
              </a:outerShdw>
            </a:effectLst>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rgbClr val="000000"/>
                </a:buClr>
                <a:buSzPts val="2700"/>
                <a:buFont typeface="Arial"/>
                <a:buNone/>
              </a:pPr>
              <a:endParaRPr sz="2700" i="0" u="none" strike="noStrike" cap="none">
                <a:solidFill>
                  <a:schemeClr val="dk1"/>
                </a:solidFill>
                <a:latin typeface="Lato"/>
                <a:ea typeface="Lato"/>
                <a:cs typeface="Lato"/>
                <a:sym typeface="Lato"/>
              </a:endParaRPr>
            </a:p>
          </p:txBody>
        </p:sp>
        <p:sp>
          <p:nvSpPr>
            <p:cNvPr id="212" name="Google Shape;212;g24a03e67d01_0_28"/>
            <p:cNvSpPr txBox="1"/>
            <p:nvPr/>
          </p:nvSpPr>
          <p:spPr>
            <a:xfrm>
              <a:off x="9163303" y="4739470"/>
              <a:ext cx="2267100" cy="1152300"/>
            </a:xfrm>
            <a:prstGeom prst="rect">
              <a:avLst/>
            </a:prstGeom>
            <a:noFill/>
            <a:ln>
              <a:noFill/>
            </a:ln>
          </p:spPr>
          <p:txBody>
            <a:bodyPr spcFirstLastPara="1" wrap="square" lIns="137150" tIns="68550" rIns="137150" bIns="68550" anchor="t" anchorCtr="0">
              <a:noAutofit/>
            </a:bodyPr>
            <a:lstStyle/>
            <a:p>
              <a:pPr marL="0" marR="0" lvl="0" indent="0" algn="ctr" rtl="0">
                <a:lnSpc>
                  <a:spcPct val="100000"/>
                </a:lnSpc>
                <a:spcBef>
                  <a:spcPts val="0"/>
                </a:spcBef>
                <a:spcAft>
                  <a:spcPts val="0"/>
                </a:spcAft>
                <a:buClr>
                  <a:schemeClr val="dk1"/>
                </a:buClr>
                <a:buSzPts val="2400"/>
                <a:buFont typeface="Arial"/>
                <a:buNone/>
              </a:pPr>
              <a:r>
                <a:rPr lang="en-US" sz="2400">
                  <a:solidFill>
                    <a:schemeClr val="dk1"/>
                  </a:solidFill>
                  <a:latin typeface="Lato"/>
                  <a:ea typeface="Lato"/>
                  <a:cs typeface="Lato"/>
                  <a:sym typeface="Lato"/>
                </a:rPr>
                <a:t>67.94%</a:t>
              </a:r>
              <a:endParaRPr sz="2400" i="0" u="none" strike="noStrike" cap="none">
                <a:solidFill>
                  <a:schemeClr val="dk1"/>
                </a:solidFill>
                <a:latin typeface="Lato"/>
                <a:ea typeface="Lato"/>
                <a:cs typeface="Lato"/>
                <a:sym typeface="Lato"/>
              </a:endParaRPr>
            </a:p>
          </p:txBody>
        </p:sp>
        <p:sp>
          <p:nvSpPr>
            <p:cNvPr id="213" name="Google Shape;213;g24a03e67d01_0_28"/>
            <p:cNvSpPr txBox="1"/>
            <p:nvPr/>
          </p:nvSpPr>
          <p:spPr>
            <a:xfrm>
              <a:off x="9178203" y="3683890"/>
              <a:ext cx="2252100" cy="1152300"/>
            </a:xfrm>
            <a:prstGeom prst="rect">
              <a:avLst/>
            </a:prstGeom>
            <a:noFill/>
            <a:ln>
              <a:noFill/>
            </a:ln>
          </p:spPr>
          <p:txBody>
            <a:bodyPr spcFirstLastPara="1" wrap="square" lIns="137150" tIns="68550" rIns="137150" bIns="68550"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n-US" sz="2700" b="1">
                  <a:solidFill>
                    <a:schemeClr val="dk1"/>
                  </a:solidFill>
                  <a:latin typeface="Lato"/>
                  <a:ea typeface="Lato"/>
                  <a:cs typeface="Lato"/>
                  <a:sym typeface="Lato"/>
                </a:rPr>
                <a:t>Institutional Own %</a:t>
              </a:r>
              <a:endParaRPr sz="2700" b="1" i="0" u="none" strike="noStrike" cap="none">
                <a:solidFill>
                  <a:schemeClr val="dk1"/>
                </a:solidFill>
                <a:latin typeface="Lato"/>
                <a:ea typeface="Lato"/>
                <a:cs typeface="Lato"/>
                <a:sym typeface="Lato"/>
              </a:endParaRPr>
            </a:p>
          </p:txBody>
        </p:sp>
      </p:grpSp>
      <p:pic>
        <p:nvPicPr>
          <p:cNvPr id="214" name="Google Shape;214;g24a03e67d01_0_28"/>
          <p:cNvPicPr preferRelativeResize="0"/>
          <p:nvPr/>
        </p:nvPicPr>
        <p:blipFill>
          <a:blip r:embed="rId4">
            <a:alphaModFix/>
          </a:blip>
          <a:stretch>
            <a:fillRect/>
          </a:stretch>
        </p:blipFill>
        <p:spPr>
          <a:xfrm>
            <a:off x="0" y="0"/>
            <a:ext cx="3371850" cy="8667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18"/>
        <p:cNvGrpSpPr/>
        <p:nvPr/>
      </p:nvGrpSpPr>
      <p:grpSpPr>
        <a:xfrm>
          <a:off x="0" y="0"/>
          <a:ext cx="0" cy="0"/>
          <a:chOff x="0" y="0"/>
          <a:chExt cx="0" cy="0"/>
        </a:xfrm>
      </p:grpSpPr>
      <p:sp>
        <p:nvSpPr>
          <p:cNvPr id="219" name="Google Shape;219;p5"/>
          <p:cNvSpPr txBox="1"/>
          <p:nvPr/>
        </p:nvSpPr>
        <p:spPr>
          <a:xfrm>
            <a:off x="2859037" y="199875"/>
            <a:ext cx="12569700" cy="1825200"/>
          </a:xfrm>
          <a:prstGeom prst="rect">
            <a:avLst/>
          </a:prstGeom>
          <a:no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chemeClr val="dk1"/>
              </a:buClr>
              <a:buSzPts val="6600"/>
              <a:buFont typeface="Calibri"/>
              <a:buNone/>
            </a:pPr>
            <a:r>
              <a:rPr lang="en-US" sz="4200" i="0" u="none" strike="noStrike" cap="none">
                <a:solidFill>
                  <a:schemeClr val="lt1"/>
                </a:solidFill>
                <a:latin typeface="Lato Black"/>
                <a:ea typeface="Lato Black"/>
                <a:cs typeface="Lato Black"/>
                <a:sym typeface="Lato Black"/>
              </a:rPr>
              <a:t>TECHNICAL ANALYSI</a:t>
            </a:r>
            <a:r>
              <a:rPr lang="en-US" sz="4200">
                <a:solidFill>
                  <a:schemeClr val="lt1"/>
                </a:solidFill>
                <a:latin typeface="Lato Black"/>
                <a:ea typeface="Lato Black"/>
                <a:cs typeface="Lato Black"/>
                <a:sym typeface="Lato Black"/>
              </a:rPr>
              <a:t>S</a:t>
            </a:r>
            <a:endParaRPr sz="2100" i="0" u="none" strike="noStrike" cap="none">
              <a:solidFill>
                <a:srgbClr val="000000"/>
              </a:solidFill>
              <a:latin typeface="Lato Black"/>
              <a:ea typeface="Lato Black"/>
              <a:cs typeface="Lato Black"/>
              <a:sym typeface="Lato Black"/>
            </a:endParaRPr>
          </a:p>
        </p:txBody>
      </p:sp>
      <p:pic>
        <p:nvPicPr>
          <p:cNvPr id="222" name="Picture 221" descr="image.png"/>
          <p:cNvPicPr>
            <a:picLocks noChangeAspect="1"/>
          </p:cNvPicPr>
          <p:nvPr/>
        </p:nvPicPr>
        <p:blipFill>
          <a:blip r:embed="rId4"/>
          <a:stretch>
            <a:fillRect/>
          </a:stretch>
        </p:blipFill>
        <p:spPr>
          <a:xfrm>
            <a:off x="2859036" y="2186029"/>
            <a:ext cx="12569928" cy="6668879"/>
          </a:xfrm>
          <a:prstGeom prst="rect">
            <a:avLst/>
          </a:prstGeom>
        </p:spPr>
      </p:pic>
      <p:pic>
        <p:nvPicPr>
          <p:cNvPr id="221" name="Google Shape;221;p5"/>
          <p:cNvPicPr preferRelativeResize="0"/>
          <p:nvPr/>
        </p:nvPicPr>
        <p:blipFill>
          <a:blip r:embed="rId5">
            <a:alphaModFix/>
          </a:blip>
          <a:stretch>
            <a:fillRect/>
          </a:stretch>
        </p:blipFill>
        <p:spPr>
          <a:xfrm>
            <a:off x="0" y="0"/>
            <a:ext cx="3371850" cy="8667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25"/>
        <p:cNvGrpSpPr/>
        <p:nvPr/>
      </p:nvGrpSpPr>
      <p:grpSpPr>
        <a:xfrm>
          <a:off x="0" y="0"/>
          <a:ext cx="0" cy="0"/>
          <a:chOff x="0" y="0"/>
          <a:chExt cx="0" cy="0"/>
        </a:xfrm>
      </p:grpSpPr>
      <p:sp>
        <p:nvSpPr>
          <p:cNvPr id="226" name="Google Shape;226;g24a03e67d01_0_162"/>
          <p:cNvSpPr txBox="1"/>
          <p:nvPr/>
        </p:nvSpPr>
        <p:spPr>
          <a:xfrm>
            <a:off x="2859037" y="199875"/>
            <a:ext cx="12569700" cy="1825200"/>
          </a:xfrm>
          <a:prstGeom prst="rect">
            <a:avLst/>
          </a:prstGeom>
          <a:no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chemeClr val="dk1"/>
              </a:buClr>
              <a:buSzPts val="6600"/>
              <a:buFont typeface="Calibri"/>
              <a:buNone/>
            </a:pPr>
            <a:r>
              <a:rPr lang="en-US" sz="4200" i="0" u="none" strike="noStrike" cap="none">
                <a:solidFill>
                  <a:schemeClr val="lt1"/>
                </a:solidFill>
                <a:latin typeface="Lato Black"/>
                <a:ea typeface="Lato Black"/>
                <a:cs typeface="Lato Black"/>
                <a:sym typeface="Lato Black"/>
              </a:rPr>
              <a:t>TECHNICAL ANALYSI</a:t>
            </a:r>
            <a:r>
              <a:rPr lang="en-US" sz="4200">
                <a:solidFill>
                  <a:schemeClr val="lt1"/>
                </a:solidFill>
                <a:latin typeface="Lato Black"/>
                <a:ea typeface="Lato Black"/>
                <a:cs typeface="Lato Black"/>
                <a:sym typeface="Lato Black"/>
              </a:rPr>
              <a:t>S (extra slide)</a:t>
            </a:r>
            <a:endParaRPr sz="2100" i="0" u="none" strike="noStrike" cap="none">
              <a:solidFill>
                <a:srgbClr val="000000"/>
              </a:solidFill>
              <a:latin typeface="Lato Black"/>
              <a:ea typeface="Lato Black"/>
              <a:cs typeface="Lato Black"/>
              <a:sym typeface="Lato Black"/>
            </a:endParaRPr>
          </a:p>
        </p:txBody>
      </p:sp>
      <p:pic>
        <p:nvPicPr>
          <p:cNvPr id="229" name="Picture 228" descr="image.png"/>
          <p:cNvPicPr>
            <a:picLocks noChangeAspect="1"/>
          </p:cNvPicPr>
          <p:nvPr/>
        </p:nvPicPr>
        <p:blipFill>
          <a:blip r:embed="rId4"/>
          <a:stretch>
            <a:fillRect/>
          </a:stretch>
        </p:blipFill>
        <p:spPr>
          <a:xfrm>
            <a:off x="2859036" y="2186029"/>
            <a:ext cx="12569928" cy="6668879"/>
          </a:xfrm>
          <a:prstGeom prst="rect">
            <a:avLst/>
          </a:prstGeom>
        </p:spPr>
      </p:pic>
      <p:pic>
        <p:nvPicPr>
          <p:cNvPr id="228" name="Google Shape;228;g24a03e67d01_0_162"/>
          <p:cNvPicPr preferRelativeResize="0"/>
          <p:nvPr/>
        </p:nvPicPr>
        <p:blipFill>
          <a:blip r:embed="rId5">
            <a:alphaModFix/>
          </a:blip>
          <a:stretch>
            <a:fillRect/>
          </a:stretch>
        </p:blipFill>
        <p:spPr>
          <a:xfrm>
            <a:off x="0" y="0"/>
            <a:ext cx="3371850" cy="8667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2"/>
        <p:cNvGrpSpPr/>
        <p:nvPr/>
      </p:nvGrpSpPr>
      <p:grpSpPr>
        <a:xfrm>
          <a:off x="0" y="0"/>
          <a:ext cx="0" cy="0"/>
          <a:chOff x="0" y="0"/>
          <a:chExt cx="0" cy="0"/>
        </a:xfrm>
      </p:grpSpPr>
      <p:sp>
        <p:nvSpPr>
          <p:cNvPr id="233" name="Google Shape;233;g249ea4ecd50_0_7"/>
          <p:cNvSpPr txBox="1"/>
          <p:nvPr/>
        </p:nvSpPr>
        <p:spPr>
          <a:xfrm>
            <a:off x="0" y="997950"/>
            <a:ext cx="11315700" cy="1463400"/>
          </a:xfrm>
          <a:prstGeom prst="rect">
            <a:avLst/>
          </a:prstGeom>
          <a:no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chemeClr val="dk1"/>
              </a:buClr>
              <a:buSzPts val="6600"/>
              <a:buFont typeface="Calibri"/>
              <a:buNone/>
            </a:pPr>
            <a:r>
              <a:rPr lang="en-US" sz="4400">
                <a:solidFill>
                  <a:schemeClr val="dk1"/>
                </a:solidFill>
                <a:latin typeface="Lato Black"/>
                <a:ea typeface="Lato Black"/>
                <a:cs typeface="Lato Black"/>
                <a:sym typeface="Lato Black"/>
              </a:rPr>
              <a:t>TRADE STRATEGY</a:t>
            </a:r>
            <a:endParaRPr sz="4400" i="0" u="none" strike="noStrike" cap="none">
              <a:solidFill>
                <a:schemeClr val="dk1"/>
              </a:solidFill>
              <a:latin typeface="Lato Black"/>
              <a:ea typeface="Lato Black"/>
              <a:cs typeface="Lato Black"/>
              <a:sym typeface="Lato Black"/>
            </a:endParaRPr>
          </a:p>
        </p:txBody>
      </p:sp>
      <p:sp>
        <p:nvSpPr>
          <p:cNvPr id="234" name="Google Shape;234;g249ea4ecd50_0_7"/>
          <p:cNvSpPr txBox="1"/>
          <p:nvPr/>
        </p:nvSpPr>
        <p:spPr>
          <a:xfrm>
            <a:off x="812850" y="2578100"/>
            <a:ext cx="9690000" cy="5056500"/>
          </a:xfrm>
          <a:prstGeom prst="rect">
            <a:avLst/>
          </a:prstGeom>
          <a:noFill/>
          <a:ln>
            <a:noFill/>
          </a:ln>
        </p:spPr>
        <p:txBody>
          <a:bodyPr spcFirstLastPara="1" wrap="square" lIns="137150" tIns="137150" rIns="137150" bIns="137150" anchor="t" anchorCtr="0">
            <a:spAutoFit/>
          </a:bodyPr>
          <a:lstStyle/>
          <a:p>
            <a:pPr marL="685800" lvl="0" indent="-514350" algn="l" rtl="0">
              <a:lnSpc>
                <a:spcPct val="150000"/>
              </a:lnSpc>
              <a:spcBef>
                <a:spcPts val="0"/>
              </a:spcBef>
              <a:spcAft>
                <a:spcPts val="0"/>
              </a:spcAft>
              <a:buClr>
                <a:srgbClr val="000000"/>
              </a:buClr>
              <a:buSzPts val="2700"/>
              <a:buFont typeface="Lato"/>
              <a:buChar char="●"/>
            </a:pPr>
            <a:r>
              <a:rPr lang="en-US" sz="2700">
                <a:latin typeface="Lato"/>
                <a:ea typeface="Lato"/>
                <a:cs typeface="Lato"/>
                <a:sym typeface="Lato"/>
              </a:rPr>
              <a:t>1. Wait for a trap on either side so that one side is offside</a:t>
            </a:r>
            <a:endParaRPr sz="2700">
              <a:latin typeface="Lato"/>
              <a:ea typeface="Lato"/>
              <a:cs typeface="Lato"/>
              <a:sym typeface="Lato"/>
            </a:endParaRPr>
          </a:p>
          <a:p>
            <a:pPr marL="685800" lvl="0" indent="-514350" algn="l" rtl="0">
              <a:lnSpc>
                <a:spcPct val="150000"/>
              </a:lnSpc>
              <a:spcBef>
                <a:spcPts val="0"/>
              </a:spcBef>
              <a:spcAft>
                <a:spcPts val="0"/>
              </a:spcAft>
              <a:buSzPts val="2700"/>
              <a:buFont typeface="Lato"/>
              <a:buChar char="●"/>
            </a:pPr>
            <a:r>
              <a:rPr lang="en-US" sz="2700">
                <a:solidFill>
                  <a:schemeClr val="dk1"/>
                </a:solidFill>
                <a:latin typeface="Lato"/>
                <a:ea typeface="Lato"/>
                <a:cs typeface="Lato"/>
                <a:sym typeface="Lato"/>
              </a:rPr>
              <a:t>2. In SMCI, price traded under VWAP, then dipped below the morning support level only to reclaim it and VWAP, putting all shorts below VWAP offside</a:t>
            </a:r>
            <a:endParaRPr sz="2700">
              <a:solidFill>
                <a:schemeClr val="dk1"/>
              </a:solidFill>
              <a:latin typeface="Lato"/>
              <a:ea typeface="Lato"/>
              <a:cs typeface="Lato"/>
              <a:sym typeface="Lato"/>
            </a:endParaRPr>
          </a:p>
          <a:p>
            <a:pPr marL="685800" lvl="0" indent="-514350" algn="l" rtl="0">
              <a:lnSpc>
                <a:spcPct val="150000"/>
              </a:lnSpc>
              <a:spcBef>
                <a:spcPts val="0"/>
              </a:spcBef>
              <a:spcAft>
                <a:spcPts val="0"/>
              </a:spcAft>
              <a:buClr>
                <a:schemeClr val="dk1"/>
              </a:buClr>
              <a:buSzPts val="2700"/>
              <a:buFont typeface="Lato"/>
              <a:buChar char="●"/>
            </a:pPr>
            <a:r>
              <a:rPr lang="en-US" sz="2700">
                <a:solidFill>
                  <a:schemeClr val="dk1"/>
                </a:solidFill>
                <a:latin typeface="Lato"/>
                <a:ea typeface="Lato"/>
                <a:cs typeface="Lato"/>
                <a:sym typeface="Lato"/>
              </a:rPr>
              <a:t>3. Wait for a consolidation above VWAP to confirm the trap</a:t>
            </a:r>
            <a:endParaRPr sz="2700">
              <a:solidFill>
                <a:schemeClr val="dk1"/>
              </a:solidFill>
              <a:latin typeface="Lato"/>
              <a:ea typeface="Lato"/>
              <a:cs typeface="Lato"/>
              <a:sym typeface="Lato"/>
            </a:endParaRPr>
          </a:p>
          <a:p>
            <a:pPr marL="685800" lvl="0" indent="-514350" algn="l" rtl="0">
              <a:lnSpc>
                <a:spcPct val="150000"/>
              </a:lnSpc>
              <a:spcBef>
                <a:spcPts val="0"/>
              </a:spcBef>
              <a:spcAft>
                <a:spcPts val="0"/>
              </a:spcAft>
              <a:buClr>
                <a:schemeClr val="dk1"/>
              </a:buClr>
              <a:buSzPts val="2700"/>
              <a:buFont typeface="Lato"/>
              <a:buChar char="●"/>
            </a:pPr>
            <a:r>
              <a:rPr lang="en-US" sz="2700">
                <a:solidFill>
                  <a:schemeClr val="dk1"/>
                </a:solidFill>
                <a:latin typeface="Lato"/>
                <a:ea typeface="Lato"/>
                <a:cs typeface="Lato"/>
                <a:sym typeface="Lato"/>
              </a:rPr>
              <a:t>4. Wait for the volume spike to get long</a:t>
            </a:r>
            <a:endParaRPr sz="2700">
              <a:solidFill>
                <a:schemeClr val="dk1"/>
              </a:solidFill>
              <a:latin typeface="Lato"/>
              <a:ea typeface="Lato"/>
              <a:cs typeface="Lato"/>
              <a:sym typeface="Lato"/>
            </a:endParaRPr>
          </a:p>
          <a:p>
            <a:pPr marL="685800" lvl="0" indent="-514350" algn="l" rtl="0">
              <a:lnSpc>
                <a:spcPct val="150000"/>
              </a:lnSpc>
              <a:spcBef>
                <a:spcPts val="0"/>
              </a:spcBef>
              <a:spcAft>
                <a:spcPts val="0"/>
              </a:spcAft>
              <a:buClr>
                <a:schemeClr val="dk1"/>
              </a:buClr>
              <a:buSzPts val="2700"/>
              <a:buFont typeface="Lato"/>
              <a:buChar char="●"/>
            </a:pPr>
            <a:r>
              <a:rPr lang="en-US" sz="2700">
                <a:solidFill>
                  <a:schemeClr val="dk1"/>
                </a:solidFill>
                <a:latin typeface="Lato"/>
                <a:ea typeface="Lato"/>
                <a:cs typeface="Lato"/>
                <a:sym typeface="Lato"/>
              </a:rPr>
              <a:t>5. Make sales into HOD</a:t>
            </a:r>
            <a:endParaRPr sz="2700">
              <a:solidFill>
                <a:schemeClr val="dk1"/>
              </a:solidFill>
              <a:latin typeface="Lato"/>
              <a:ea typeface="Lato"/>
              <a:cs typeface="Lato"/>
              <a:sym typeface="Lato"/>
            </a:endParaRPr>
          </a:p>
          <a:p>
            <a:pPr marL="685800" lvl="0" indent="-514350" algn="l" rtl="0">
              <a:lnSpc>
                <a:spcPct val="150000"/>
              </a:lnSpc>
              <a:spcBef>
                <a:spcPts val="0"/>
              </a:spcBef>
              <a:spcAft>
                <a:spcPts val="0"/>
              </a:spcAft>
              <a:buClr>
                <a:schemeClr val="dk1"/>
              </a:buClr>
              <a:buSzPts val="2700"/>
              <a:buFont typeface="Lato"/>
              <a:buChar char="●"/>
            </a:pPr>
            <a:r>
              <a:rPr lang="en-US" sz="2700">
                <a:solidFill>
                  <a:schemeClr val="dk1"/>
                </a:solidFill>
                <a:latin typeface="Lato"/>
                <a:ea typeface="Lato"/>
                <a:cs typeface="Lato"/>
                <a:sym typeface="Lato"/>
              </a:rPr>
              <a:t>6. Trail runner on 2m 9ema</a:t>
            </a:r>
            <a:endParaRPr sz="2700">
              <a:solidFill>
                <a:schemeClr val="dk1"/>
              </a:solidFill>
              <a:latin typeface="Lato"/>
              <a:ea typeface="Lato"/>
              <a:cs typeface="Lato"/>
              <a:sym typeface="Lato"/>
            </a:endParaRPr>
          </a:p>
        </p:txBody>
      </p:sp>
      <p:pic>
        <p:nvPicPr>
          <p:cNvPr id="235" name="Google Shape;235;g249ea4ecd50_0_7"/>
          <p:cNvPicPr preferRelativeResize="0"/>
          <p:nvPr/>
        </p:nvPicPr>
        <p:blipFill>
          <a:blip r:embed="rId4">
            <a:alphaModFix/>
          </a:blip>
          <a:stretch>
            <a:fillRect/>
          </a:stretch>
        </p:blipFill>
        <p:spPr>
          <a:xfrm>
            <a:off x="0" y="0"/>
            <a:ext cx="3371850" cy="8667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9"/>
        <p:cNvGrpSpPr/>
        <p:nvPr/>
      </p:nvGrpSpPr>
      <p:grpSpPr>
        <a:xfrm>
          <a:off x="0" y="0"/>
          <a:ext cx="0" cy="0"/>
          <a:chOff x="0" y="0"/>
          <a:chExt cx="0" cy="0"/>
        </a:xfrm>
      </p:grpSpPr>
      <p:sp>
        <p:nvSpPr>
          <p:cNvPr id="240" name="Google Shape;240;g24a03e67d01_0_118"/>
          <p:cNvSpPr txBox="1"/>
          <p:nvPr/>
        </p:nvSpPr>
        <p:spPr>
          <a:xfrm>
            <a:off x="4602155" y="464555"/>
            <a:ext cx="9083700" cy="1463400"/>
          </a:xfrm>
          <a:prstGeom prst="rect">
            <a:avLst/>
          </a:prstGeom>
          <a:no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chemeClr val="dk1"/>
              </a:buClr>
              <a:buSzPts val="6600"/>
              <a:buFont typeface="Calibri"/>
              <a:buNone/>
            </a:pPr>
            <a:r>
              <a:rPr lang="en-US" sz="4400" i="0" u="none" strike="noStrike" cap="none">
                <a:solidFill>
                  <a:schemeClr val="lt1"/>
                </a:solidFill>
                <a:latin typeface="Lato Black"/>
                <a:ea typeface="Lato Black"/>
                <a:cs typeface="Lato Black"/>
                <a:sym typeface="Lato Black"/>
              </a:rPr>
              <a:t>TRADE MANAGEMENT</a:t>
            </a:r>
            <a:endParaRPr sz="4400" i="0" u="none" strike="noStrike" cap="none">
              <a:solidFill>
                <a:srgbClr val="000000"/>
              </a:solidFill>
              <a:latin typeface="Lato Black"/>
              <a:ea typeface="Lato Black"/>
              <a:cs typeface="Lato Black"/>
              <a:sym typeface="Lato Black"/>
            </a:endParaRPr>
          </a:p>
        </p:txBody>
      </p:sp>
      <p:pic>
        <p:nvPicPr>
          <p:cNvPr id="243" name="Picture 242" descr="image.png"/>
          <p:cNvPicPr>
            <a:picLocks noChangeAspect="1"/>
          </p:cNvPicPr>
          <p:nvPr/>
        </p:nvPicPr>
        <p:blipFill>
          <a:blip r:embed="rId4"/>
          <a:stretch>
            <a:fillRect/>
          </a:stretch>
        </p:blipFill>
        <p:spPr>
          <a:xfrm>
            <a:off x="2813062" y="2177581"/>
            <a:ext cx="12661877" cy="6693837"/>
          </a:xfrm>
          <a:prstGeom prst="rect">
            <a:avLst/>
          </a:prstGeom>
        </p:spPr>
      </p:pic>
      <p:pic>
        <p:nvPicPr>
          <p:cNvPr id="242" name="Google Shape;242;g24a03e67d01_0_118"/>
          <p:cNvPicPr preferRelativeResize="0"/>
          <p:nvPr/>
        </p:nvPicPr>
        <p:blipFill>
          <a:blip r:embed="rId5">
            <a:alphaModFix/>
          </a:blip>
          <a:stretch>
            <a:fillRect/>
          </a:stretch>
        </p:blipFill>
        <p:spPr>
          <a:xfrm>
            <a:off x="0" y="0"/>
            <a:ext cx="3371850" cy="8667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4"/>
        <p:cNvGrpSpPr/>
        <p:nvPr/>
      </p:nvGrpSpPr>
      <p:grpSpPr>
        <a:xfrm>
          <a:off x="0" y="0"/>
          <a:ext cx="0" cy="0"/>
          <a:chOff x="0" y="0"/>
          <a:chExt cx="0" cy="0"/>
        </a:xfrm>
      </p:grpSpPr>
      <p:sp>
        <p:nvSpPr>
          <p:cNvPr id="265" name="Google Shape;265;g24a03e67d01_0_132"/>
          <p:cNvSpPr txBox="1"/>
          <p:nvPr/>
        </p:nvSpPr>
        <p:spPr>
          <a:xfrm>
            <a:off x="0" y="782050"/>
            <a:ext cx="8258100" cy="1463400"/>
          </a:xfrm>
          <a:prstGeom prst="rect">
            <a:avLst/>
          </a:prstGeom>
          <a:no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chemeClr val="dk1"/>
              </a:buClr>
              <a:buSzPts val="6600"/>
              <a:buFont typeface="Calibri"/>
              <a:buNone/>
            </a:pPr>
            <a:r>
              <a:rPr lang="en-US" sz="4400" dirty="0">
                <a:solidFill>
                  <a:schemeClr val="lt1"/>
                </a:solidFill>
                <a:latin typeface="Lato Black"/>
                <a:ea typeface="Lato Black"/>
                <a:cs typeface="Lato Black"/>
                <a:sym typeface="Lato Black"/>
              </a:rPr>
              <a:t>RISK MANAGEMENT</a:t>
            </a:r>
            <a:endParaRPr sz="4400" i="0" u="none" strike="noStrike" cap="none" dirty="0">
              <a:solidFill>
                <a:srgbClr val="000000"/>
              </a:solidFill>
              <a:latin typeface="Lato Black"/>
              <a:ea typeface="Lato Black"/>
              <a:cs typeface="Lato Black"/>
              <a:sym typeface="Lato Black"/>
            </a:endParaRPr>
          </a:p>
        </p:txBody>
      </p:sp>
      <p:sp>
        <p:nvSpPr>
          <p:cNvPr id="266" name="Google Shape;266;g24a03e67d01_0_132"/>
          <p:cNvSpPr txBox="1"/>
          <p:nvPr/>
        </p:nvSpPr>
        <p:spPr>
          <a:xfrm>
            <a:off x="796522" y="2996759"/>
            <a:ext cx="6950700" cy="4708800"/>
          </a:xfrm>
          <a:prstGeom prst="rect">
            <a:avLst/>
          </a:prstGeom>
          <a:noFill/>
          <a:ln>
            <a:noFill/>
          </a:ln>
        </p:spPr>
        <p:txBody>
          <a:bodyPr spcFirstLastPara="1" wrap="square" lIns="137150" tIns="68550" rIns="137150" bIns="68550" anchor="t" anchorCtr="0">
            <a:noAutofit/>
          </a:bodyPr>
          <a:lstStyle/>
          <a:p>
            <a:pPr marL="685800" indent="-533400">
              <a:buClr>
                <a:schemeClr val="lt1"/>
              </a:buClr>
              <a:buSzPts val="3000"/>
              <a:buFont typeface="Lato"/>
              <a:buChar char="●"/>
            </a:pPr>
            <a:r>
              <a:rPr lang="en-US" sz="3200" dirty="0">
                <a:solidFill>
                  <a:schemeClr val="bg1"/>
                </a:solidFill>
              </a:rPr>
              <a:t>How much will you risk on the trade?</a:t>
            </a:r>
          </a:p>
          <a:p>
            <a:pPr marL="685800" marR="0" lvl="0" indent="-533400" algn="l" rtl="0">
              <a:lnSpc>
                <a:spcPct val="100000"/>
              </a:lnSpc>
              <a:spcBef>
                <a:spcPts val="0"/>
              </a:spcBef>
              <a:spcAft>
                <a:spcPts val="0"/>
              </a:spcAft>
              <a:buClr>
                <a:schemeClr val="lt1"/>
              </a:buClr>
              <a:buSzPts val="3000"/>
              <a:buFont typeface="Lato"/>
              <a:buChar char="●"/>
            </a:pPr>
            <a:endParaRPr sz="3000" i="0" u="none" strike="noStrike" cap="none" dirty="0">
              <a:solidFill>
                <a:schemeClr val="lt1"/>
              </a:solidFill>
              <a:latin typeface="Lato"/>
              <a:ea typeface="Lato"/>
              <a:cs typeface="Lato"/>
              <a:sym typeface="Lato"/>
            </a:endParaRPr>
          </a:p>
          <a:p>
            <a:pPr marL="685800" marR="0" lvl="0" indent="0" algn="l" rtl="0">
              <a:lnSpc>
                <a:spcPct val="100000"/>
              </a:lnSpc>
              <a:spcBef>
                <a:spcPts val="0"/>
              </a:spcBef>
              <a:spcAft>
                <a:spcPts val="0"/>
              </a:spcAft>
              <a:buNone/>
            </a:pPr>
            <a:endParaRPr sz="3000" dirty="0">
              <a:solidFill>
                <a:schemeClr val="lt1"/>
              </a:solidFill>
              <a:latin typeface="Lato"/>
              <a:ea typeface="Lato"/>
              <a:cs typeface="Lato"/>
              <a:sym typeface="Lato"/>
            </a:endParaRPr>
          </a:p>
          <a:p>
            <a:pPr marL="685800" marR="0" lvl="0" indent="-533400" algn="l" rtl="0">
              <a:lnSpc>
                <a:spcPct val="100000"/>
              </a:lnSpc>
              <a:spcBef>
                <a:spcPts val="0"/>
              </a:spcBef>
              <a:spcAft>
                <a:spcPts val="0"/>
              </a:spcAft>
              <a:buClr>
                <a:schemeClr val="lt1"/>
              </a:buClr>
              <a:buSzPts val="3000"/>
              <a:buFont typeface="Lato"/>
              <a:buChar char="●"/>
            </a:pPr>
            <a:r>
              <a:rPr lang="es-MX" sz="3000" dirty="0" err="1">
                <a:solidFill>
                  <a:schemeClr val="lt1"/>
                </a:solidFill>
                <a:latin typeface="Lato"/>
                <a:ea typeface="Lato"/>
                <a:cs typeface="Lato"/>
                <a:sym typeface="Lato"/>
              </a:rPr>
              <a:t>What</a:t>
            </a:r>
            <a:r>
              <a:rPr lang="es-MX" sz="3000" dirty="0">
                <a:solidFill>
                  <a:schemeClr val="lt1"/>
                </a:solidFill>
                <a:latin typeface="Lato"/>
                <a:ea typeface="Lato"/>
                <a:cs typeface="Lato"/>
                <a:sym typeface="Lato"/>
              </a:rPr>
              <a:t> </a:t>
            </a:r>
            <a:r>
              <a:rPr lang="es-MX" sz="3000" dirty="0" err="1">
                <a:solidFill>
                  <a:schemeClr val="lt1"/>
                </a:solidFill>
                <a:latin typeface="Lato"/>
                <a:ea typeface="Lato"/>
                <a:cs typeface="Lato"/>
                <a:sym typeface="Lato"/>
              </a:rPr>
              <a:t>percentage</a:t>
            </a:r>
            <a:r>
              <a:rPr lang="es-MX" sz="3000" dirty="0">
                <a:solidFill>
                  <a:schemeClr val="lt1"/>
                </a:solidFill>
                <a:latin typeface="Lato"/>
                <a:ea typeface="Lato"/>
                <a:cs typeface="Lato"/>
                <a:sym typeface="Lato"/>
              </a:rPr>
              <a:t> </a:t>
            </a:r>
            <a:r>
              <a:rPr lang="es-MX" sz="3000" dirty="0" err="1">
                <a:solidFill>
                  <a:schemeClr val="lt1"/>
                </a:solidFill>
                <a:latin typeface="Lato"/>
                <a:ea typeface="Lato"/>
                <a:cs typeface="Lato"/>
                <a:sym typeface="Lato"/>
              </a:rPr>
              <a:t>of</a:t>
            </a:r>
            <a:r>
              <a:rPr lang="es-MX" sz="3000" dirty="0">
                <a:solidFill>
                  <a:schemeClr val="lt1"/>
                </a:solidFill>
                <a:latin typeface="Lato"/>
                <a:ea typeface="Lato"/>
                <a:cs typeface="Lato"/>
                <a:sym typeface="Lato"/>
              </a:rPr>
              <a:t> </a:t>
            </a:r>
            <a:r>
              <a:rPr lang="es-MX" sz="3000" dirty="0" err="1">
                <a:solidFill>
                  <a:schemeClr val="lt1"/>
                </a:solidFill>
                <a:latin typeface="Lato"/>
                <a:ea typeface="Lato"/>
                <a:cs typeface="Lato"/>
                <a:sym typeface="Lato"/>
              </a:rPr>
              <a:t>your</a:t>
            </a:r>
            <a:r>
              <a:rPr lang="es-MX" sz="3000" dirty="0">
                <a:solidFill>
                  <a:schemeClr val="lt1"/>
                </a:solidFill>
                <a:latin typeface="Lato"/>
                <a:ea typeface="Lato"/>
                <a:cs typeface="Lato"/>
                <a:sym typeface="Lato"/>
              </a:rPr>
              <a:t> </a:t>
            </a:r>
            <a:r>
              <a:rPr lang="es-MX" sz="3000" dirty="0" err="1">
                <a:solidFill>
                  <a:schemeClr val="lt1"/>
                </a:solidFill>
                <a:latin typeface="Lato"/>
                <a:ea typeface="Lato"/>
                <a:cs typeface="Lato"/>
                <a:sym typeface="Lato"/>
              </a:rPr>
              <a:t>daily</a:t>
            </a:r>
            <a:r>
              <a:rPr lang="es-MX" sz="3000" dirty="0">
                <a:solidFill>
                  <a:schemeClr val="lt1"/>
                </a:solidFill>
                <a:latin typeface="Lato"/>
                <a:ea typeface="Lato"/>
                <a:cs typeface="Lato"/>
                <a:sym typeface="Lato"/>
              </a:rPr>
              <a:t> stop </a:t>
            </a:r>
            <a:r>
              <a:rPr lang="es-MX" sz="3000" dirty="0" err="1">
                <a:solidFill>
                  <a:schemeClr val="lt1"/>
                </a:solidFill>
                <a:latin typeface="Lato"/>
                <a:ea typeface="Lato"/>
                <a:cs typeface="Lato"/>
                <a:sym typeface="Lato"/>
              </a:rPr>
              <a:t>loss</a:t>
            </a:r>
            <a:r>
              <a:rPr lang="es-MX" sz="3000" dirty="0">
                <a:solidFill>
                  <a:schemeClr val="lt1"/>
                </a:solidFill>
                <a:latin typeface="Lato"/>
                <a:ea typeface="Lato"/>
                <a:cs typeface="Lato"/>
                <a:sym typeface="Lato"/>
              </a:rPr>
              <a:t> </a:t>
            </a:r>
            <a:r>
              <a:rPr lang="es-MX" sz="3000" dirty="0" err="1">
                <a:solidFill>
                  <a:schemeClr val="lt1"/>
                </a:solidFill>
                <a:latin typeface="Lato"/>
                <a:ea typeface="Lato"/>
                <a:cs typeface="Lato"/>
                <a:sym typeface="Lato"/>
              </a:rPr>
              <a:t>will</a:t>
            </a:r>
            <a:r>
              <a:rPr lang="es-MX" sz="3000" dirty="0">
                <a:solidFill>
                  <a:schemeClr val="lt1"/>
                </a:solidFill>
                <a:latin typeface="Lato"/>
                <a:ea typeface="Lato"/>
                <a:cs typeface="Lato"/>
                <a:sym typeface="Lato"/>
              </a:rPr>
              <a:t> </a:t>
            </a:r>
            <a:r>
              <a:rPr lang="es-MX" sz="3000" dirty="0" err="1">
                <a:solidFill>
                  <a:schemeClr val="lt1"/>
                </a:solidFill>
                <a:latin typeface="Lato"/>
                <a:ea typeface="Lato"/>
                <a:cs typeface="Lato"/>
                <a:sym typeface="Lato"/>
              </a:rPr>
              <a:t>you</a:t>
            </a:r>
            <a:r>
              <a:rPr lang="es-MX" sz="3000" dirty="0">
                <a:solidFill>
                  <a:schemeClr val="lt1"/>
                </a:solidFill>
                <a:latin typeface="Lato"/>
                <a:ea typeface="Lato"/>
                <a:cs typeface="Lato"/>
                <a:sym typeface="Lato"/>
              </a:rPr>
              <a:t> </a:t>
            </a:r>
            <a:r>
              <a:rPr lang="es-MX" sz="3000" dirty="0" err="1">
                <a:solidFill>
                  <a:schemeClr val="lt1"/>
                </a:solidFill>
                <a:latin typeface="Lato"/>
                <a:ea typeface="Lato"/>
                <a:cs typeface="Lato"/>
                <a:sym typeface="Lato"/>
              </a:rPr>
              <a:t>risk</a:t>
            </a:r>
            <a:r>
              <a:rPr lang="es-MX" sz="3000" dirty="0">
                <a:solidFill>
                  <a:schemeClr val="lt1"/>
                </a:solidFill>
                <a:latin typeface="Lato"/>
                <a:ea typeface="Lato"/>
                <a:cs typeface="Lato"/>
                <a:sym typeface="Lato"/>
              </a:rPr>
              <a:t>?</a:t>
            </a:r>
            <a:endParaRPr sz="3000" dirty="0">
              <a:solidFill>
                <a:schemeClr val="lt1"/>
              </a:solidFill>
              <a:latin typeface="Lato"/>
              <a:ea typeface="Lato"/>
              <a:cs typeface="Lato"/>
              <a:sym typeface="Lato"/>
            </a:endParaRPr>
          </a:p>
          <a:p>
            <a:pPr marL="685800" marR="0" lvl="0" indent="0" algn="l" rtl="0">
              <a:lnSpc>
                <a:spcPct val="100000"/>
              </a:lnSpc>
              <a:spcBef>
                <a:spcPts val="0"/>
              </a:spcBef>
              <a:spcAft>
                <a:spcPts val="0"/>
              </a:spcAft>
              <a:buNone/>
            </a:pPr>
            <a:endParaRPr sz="3000" dirty="0">
              <a:solidFill>
                <a:schemeClr val="lt1"/>
              </a:solidFill>
              <a:latin typeface="Lato"/>
              <a:ea typeface="Lato"/>
              <a:cs typeface="Lato"/>
              <a:sym typeface="Lato"/>
            </a:endParaRPr>
          </a:p>
        </p:txBody>
      </p:sp>
      <p:sp>
        <p:nvSpPr>
          <p:cNvPr id="267" name="Google Shape;267;g24a03e67d01_0_132"/>
          <p:cNvSpPr txBox="1"/>
          <p:nvPr/>
        </p:nvSpPr>
        <p:spPr>
          <a:xfrm>
            <a:off x="9820490" y="628196"/>
            <a:ext cx="7255200" cy="7912500"/>
          </a:xfrm>
          <a:prstGeom prst="rect">
            <a:avLst/>
          </a:prstGeom>
          <a:noFill/>
          <a:ln>
            <a:noFill/>
          </a:ln>
        </p:spPr>
        <p:txBody>
          <a:bodyPr spcFirstLastPara="1" wrap="square" lIns="137150" tIns="68550" rIns="137150" bIns="68550" anchor="ctr" anchorCtr="0">
            <a:noAutofit/>
          </a:bodyPr>
          <a:lstStyle/>
          <a:p>
            <a:pPr marL="571500" indent="-571500">
              <a:buFont typeface="Arial" panose="020B0604020202020204" pitchFamily="34" charset="0"/>
              <a:buChar char="•"/>
            </a:pPr>
            <a:r>
              <a:rPr lang="en-US" sz="3600" dirty="0"/>
              <a:t>B</a:t>
            </a:r>
          </a:p>
          <a:p>
            <a:pPr marL="571500" indent="-571500">
              <a:buFont typeface="Arial" panose="020B0604020202020204" pitchFamily="34" charset="0"/>
              <a:buChar char="•"/>
            </a:pPr>
            <a:endParaRPr lang="en-US" sz="3600" dirty="0"/>
          </a:p>
          <a:p>
            <a:pPr marL="571500" indent="-571500">
              <a:buFont typeface="Arial" panose="020B0604020202020204" pitchFamily="34" charset="0"/>
              <a:buChar char="•"/>
            </a:pPr>
            <a:endParaRPr lang="en-US" sz="3600" dirty="0"/>
          </a:p>
          <a:p>
            <a:pPr marL="571500" indent="-571500">
              <a:buFont typeface="Arial" panose="020B0604020202020204" pitchFamily="34" charset="0"/>
              <a:buChar char="•"/>
            </a:pPr>
            <a:r>
              <a:rPr lang="en-US" sz="3600" dirty="0"/>
              <a:t>15%</a:t>
            </a:r>
          </a:p>
        </p:txBody>
      </p:sp>
      <p:pic>
        <p:nvPicPr>
          <p:cNvPr id="2" name="Google Shape;145;p3">
            <a:extLst>
              <a:ext uri="{FF2B5EF4-FFF2-40B4-BE49-F238E27FC236}">
                <a16:creationId xmlns:a16="http://schemas.microsoft.com/office/drawing/2014/main" id="{03F456CA-97E1-5FDB-BA3A-FA67EA96D75A}"/>
              </a:ext>
            </a:extLst>
          </p:cNvPr>
          <p:cNvPicPr preferRelativeResize="0"/>
          <p:nvPr/>
        </p:nvPicPr>
        <p:blipFill>
          <a:blip r:embed="rId4">
            <a:alphaModFix/>
          </a:blip>
          <a:stretch>
            <a:fillRect/>
          </a:stretch>
        </p:blipFill>
        <p:spPr>
          <a:xfrm>
            <a:off x="0" y="0"/>
            <a:ext cx="3371850" cy="866775"/>
          </a:xfrm>
          <a:prstGeom prst="rect">
            <a:avLst/>
          </a:prstGeom>
          <a:noFill/>
          <a:ln>
            <a:noFill/>
          </a:ln>
        </p:spPr>
      </p:pic>
    </p:spTree>
    <p:extLst>
      <p:ext uri="{BB962C8B-B14F-4D97-AF65-F5344CB8AC3E}">
        <p14:creationId xmlns:p14="http://schemas.microsoft.com/office/powerpoint/2010/main" val="12028603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56"/>
        <p:cNvGrpSpPr/>
        <p:nvPr/>
      </p:nvGrpSpPr>
      <p:grpSpPr>
        <a:xfrm>
          <a:off x="0" y="0"/>
          <a:ext cx="0" cy="0"/>
          <a:chOff x="0" y="0"/>
          <a:chExt cx="0" cy="0"/>
        </a:xfrm>
      </p:grpSpPr>
      <p:sp>
        <p:nvSpPr>
          <p:cNvPr id="257" name="Google Shape;257;g24a03e67d01_0_155"/>
          <p:cNvSpPr txBox="1"/>
          <p:nvPr/>
        </p:nvSpPr>
        <p:spPr>
          <a:xfrm>
            <a:off x="0" y="147050"/>
            <a:ext cx="18288000" cy="1463400"/>
          </a:xfrm>
          <a:prstGeom prst="rect">
            <a:avLst/>
          </a:prstGeom>
          <a:no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chemeClr val="dk1"/>
              </a:buClr>
              <a:buSzPts val="6600"/>
              <a:buFont typeface="Calibri"/>
              <a:buNone/>
            </a:pPr>
            <a:r>
              <a:rPr lang="en-US" sz="4400">
                <a:solidFill>
                  <a:schemeClr val="dk1"/>
                </a:solidFill>
                <a:latin typeface="Lato Black"/>
                <a:ea typeface="Lato Black"/>
                <a:cs typeface="Lato Black"/>
                <a:sym typeface="Lato Black"/>
              </a:rPr>
              <a:t>TECHNOLOGY</a:t>
            </a:r>
            <a:endParaRPr sz="4400" i="0" u="none" strike="noStrike" cap="none">
              <a:solidFill>
                <a:schemeClr val="dk1"/>
              </a:solidFill>
              <a:latin typeface="Lato Black"/>
              <a:ea typeface="Lato Black"/>
              <a:cs typeface="Lato Black"/>
              <a:sym typeface="Lato Black"/>
            </a:endParaRPr>
          </a:p>
        </p:txBody>
      </p:sp>
      <p:sp>
        <p:nvSpPr>
          <p:cNvPr id="258" name="Google Shape;258;g24a03e67d01_0_155"/>
          <p:cNvSpPr txBox="1"/>
          <p:nvPr/>
        </p:nvSpPr>
        <p:spPr>
          <a:xfrm>
            <a:off x="377072" y="1972250"/>
            <a:ext cx="17644378" cy="3297334"/>
          </a:xfrm>
          <a:prstGeom prst="rect">
            <a:avLst/>
          </a:prstGeom>
          <a:noFill/>
          <a:ln>
            <a:noFill/>
          </a:ln>
        </p:spPr>
        <p:txBody>
          <a:bodyPr spcFirstLastPara="1" wrap="square" lIns="137150" tIns="137150" rIns="137150" bIns="137150" anchor="ctr" anchorCtr="0">
            <a:noAutofit/>
          </a:bodyPr>
          <a:lstStyle/>
          <a:p>
            <a:pPr marL="685800" lvl="0" indent="-514350" algn="l" rtl="0">
              <a:lnSpc>
                <a:spcPct val="150000"/>
              </a:lnSpc>
              <a:spcBef>
                <a:spcPts val="0"/>
              </a:spcBef>
              <a:spcAft>
                <a:spcPts val="0"/>
              </a:spcAft>
              <a:buClr>
                <a:srgbClr val="000000"/>
              </a:buClr>
              <a:buSzPts val="2700"/>
              <a:buFont typeface="Lato"/>
              <a:buChar char="●"/>
            </a:pPr>
            <a:r>
              <a:rPr lang="en-US" sz="2700" dirty="0">
                <a:latin typeface="Lato"/>
                <a:ea typeface="Lato"/>
                <a:cs typeface="Lato"/>
                <a:sym typeface="Lato"/>
              </a:rPr>
              <a:t>- Charting/Indicators/Scripts: </a:t>
            </a:r>
            <a:r>
              <a:rPr lang="en-US" sz="2700" dirty="0" err="1">
                <a:latin typeface="Lato"/>
                <a:ea typeface="Lato"/>
                <a:cs typeface="Lato"/>
                <a:sym typeface="Lato"/>
              </a:rPr>
              <a:t>TradingView</a:t>
            </a:r>
            <a:r>
              <a:rPr lang="en-US" sz="2700" dirty="0">
                <a:latin typeface="Lato"/>
                <a:ea typeface="Lato"/>
                <a:cs typeface="Lato"/>
                <a:sym typeface="Lato"/>
              </a:rPr>
              <a:t> &amp; </a:t>
            </a:r>
            <a:r>
              <a:rPr lang="en-US" sz="2700" dirty="0" err="1">
                <a:latin typeface="Lato"/>
                <a:ea typeface="Lato"/>
                <a:cs typeface="Lato"/>
                <a:sym typeface="Lato"/>
              </a:rPr>
              <a:t>ToS</a:t>
            </a:r>
            <a:endParaRPr sz="2700" dirty="0">
              <a:latin typeface="Lato"/>
              <a:ea typeface="Lato"/>
              <a:cs typeface="Lato"/>
              <a:sym typeface="Lato"/>
            </a:endParaRPr>
          </a:p>
          <a:p>
            <a:pPr marL="685800" lvl="0" indent="-514350" algn="l" rtl="0">
              <a:lnSpc>
                <a:spcPct val="150000"/>
              </a:lnSpc>
              <a:spcBef>
                <a:spcPts val="0"/>
              </a:spcBef>
              <a:spcAft>
                <a:spcPts val="0"/>
              </a:spcAft>
              <a:buClr>
                <a:schemeClr val="dk1"/>
              </a:buClr>
              <a:buSzPts val="2700"/>
              <a:buFont typeface="Lato"/>
              <a:buChar char="●"/>
            </a:pPr>
            <a:r>
              <a:rPr lang="en-US" sz="2700" dirty="0">
                <a:solidFill>
                  <a:schemeClr val="dk1"/>
                </a:solidFill>
                <a:latin typeface="Lato"/>
                <a:ea typeface="Lato"/>
                <a:cs typeface="Lato"/>
                <a:sym typeface="Lato"/>
              </a:rPr>
              <a:t>- Morning Rundowns + Trading Infrastructure (scanners </a:t>
            </a:r>
            <a:r>
              <a:rPr lang="en-US" sz="2700" dirty="0" err="1">
                <a:solidFill>
                  <a:schemeClr val="dk1"/>
                </a:solidFill>
                <a:latin typeface="Lato"/>
                <a:ea typeface="Lato"/>
                <a:cs typeface="Lato"/>
                <a:sym typeface="Lato"/>
              </a:rPr>
              <a:t>etc</a:t>
            </a:r>
            <a:r>
              <a:rPr lang="en-US" sz="2700" dirty="0">
                <a:solidFill>
                  <a:schemeClr val="dk1"/>
                </a:solidFill>
                <a:latin typeface="Lato"/>
                <a:ea typeface="Lato"/>
                <a:cs typeface="Lato"/>
                <a:sym typeface="Lato"/>
              </a:rPr>
              <a:t>): Claude + VPS</a:t>
            </a:r>
            <a:endParaRPr sz="2700" dirty="0">
              <a:solidFill>
                <a:schemeClr val="dk1"/>
              </a:solidFill>
              <a:latin typeface="Lato"/>
              <a:ea typeface="Lato"/>
              <a:cs typeface="Lato"/>
              <a:sym typeface="Lato"/>
            </a:endParaRPr>
          </a:p>
          <a:p>
            <a:pPr marL="685800" lvl="0" indent="-514350" algn="l" rtl="0">
              <a:lnSpc>
                <a:spcPct val="150000"/>
              </a:lnSpc>
              <a:spcBef>
                <a:spcPts val="0"/>
              </a:spcBef>
              <a:spcAft>
                <a:spcPts val="0"/>
              </a:spcAft>
              <a:buClr>
                <a:schemeClr val="dk1"/>
              </a:buClr>
              <a:buSzPts val="2700"/>
              <a:buFont typeface="Lato"/>
              <a:buChar char="●"/>
            </a:pPr>
            <a:r>
              <a:rPr lang="en-US" sz="2700" dirty="0">
                <a:solidFill>
                  <a:schemeClr val="dk1"/>
                </a:solidFill>
                <a:latin typeface="Lato"/>
                <a:ea typeface="Lato"/>
                <a:cs typeface="Lato"/>
                <a:sym typeface="Lato"/>
              </a:rPr>
              <a:t>- Execution Software: DAS with hotkey and scripts</a:t>
            </a:r>
            <a:endParaRPr sz="2700" dirty="0">
              <a:solidFill>
                <a:schemeClr val="dk1"/>
              </a:solidFill>
              <a:latin typeface="Lato"/>
              <a:ea typeface="Lato"/>
              <a:cs typeface="Lato"/>
              <a:sym typeface="Lato"/>
            </a:endParaRPr>
          </a:p>
          <a:p>
            <a:pPr marL="685800" lvl="0" indent="-514350" algn="l" rtl="0">
              <a:lnSpc>
                <a:spcPct val="150000"/>
              </a:lnSpc>
              <a:spcBef>
                <a:spcPts val="0"/>
              </a:spcBef>
              <a:spcAft>
                <a:spcPts val="0"/>
              </a:spcAft>
              <a:buClr>
                <a:schemeClr val="dk1"/>
              </a:buClr>
              <a:buSzPts val="2700"/>
              <a:buFont typeface="Lato"/>
              <a:buChar char="●"/>
            </a:pPr>
            <a:r>
              <a:rPr lang="en-US" sz="2700" dirty="0">
                <a:solidFill>
                  <a:schemeClr val="dk1"/>
                </a:solidFill>
                <a:latin typeface="Lato"/>
                <a:ea typeface="Lato"/>
                <a:cs typeface="Lato"/>
                <a:sym typeface="Lato"/>
              </a:rPr>
              <a:t>- News/Reports: Vital Knowledge + Briefing + Hammerstone</a:t>
            </a:r>
            <a:endParaRPr sz="2700" dirty="0">
              <a:solidFill>
                <a:schemeClr val="dk1"/>
              </a:solidFill>
              <a:latin typeface="Lato"/>
              <a:ea typeface="Lato"/>
              <a:cs typeface="Lato"/>
              <a:sym typeface="Lato"/>
            </a:endParaRPr>
          </a:p>
        </p:txBody>
      </p:sp>
      <p:pic>
        <p:nvPicPr>
          <p:cNvPr id="2" name="Google Shape;145;p3">
            <a:extLst>
              <a:ext uri="{FF2B5EF4-FFF2-40B4-BE49-F238E27FC236}">
                <a16:creationId xmlns:a16="http://schemas.microsoft.com/office/drawing/2014/main" id="{7B761A47-85ED-0520-F027-3AF45C67BF8D}"/>
              </a:ext>
            </a:extLst>
          </p:cNvPr>
          <p:cNvPicPr preferRelativeResize="0"/>
          <p:nvPr/>
        </p:nvPicPr>
        <p:blipFill>
          <a:blip r:embed="rId4">
            <a:alphaModFix/>
          </a:blip>
          <a:stretch>
            <a:fillRect/>
          </a:stretch>
        </p:blipFill>
        <p:spPr>
          <a:xfrm>
            <a:off x="0" y="0"/>
            <a:ext cx="3371850" cy="8667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4"/>
        <p:cNvGrpSpPr/>
        <p:nvPr/>
      </p:nvGrpSpPr>
      <p:grpSpPr>
        <a:xfrm>
          <a:off x="0" y="0"/>
          <a:ext cx="0" cy="0"/>
          <a:chOff x="0" y="0"/>
          <a:chExt cx="0" cy="0"/>
        </a:xfrm>
      </p:grpSpPr>
      <p:sp>
        <p:nvSpPr>
          <p:cNvPr id="265" name="Google Shape;265;g24a03e67d01_0_132"/>
          <p:cNvSpPr txBox="1"/>
          <p:nvPr/>
        </p:nvSpPr>
        <p:spPr>
          <a:xfrm>
            <a:off x="0" y="782050"/>
            <a:ext cx="8258100" cy="1463400"/>
          </a:xfrm>
          <a:prstGeom prst="rect">
            <a:avLst/>
          </a:prstGeom>
          <a:noFill/>
          <a:ln>
            <a:noFill/>
          </a:ln>
        </p:spPr>
        <p:txBody>
          <a:bodyPr spcFirstLastPara="1" wrap="square" lIns="137150" tIns="68550" rIns="137150" bIns="68550" anchor="ctr" anchorCtr="0">
            <a:noAutofit/>
          </a:bodyPr>
          <a:lstStyle/>
          <a:p>
            <a:pPr marL="0" marR="0" lvl="0" indent="0" algn="ctr" rtl="0">
              <a:lnSpc>
                <a:spcPct val="100000"/>
              </a:lnSpc>
              <a:spcBef>
                <a:spcPts val="0"/>
              </a:spcBef>
              <a:spcAft>
                <a:spcPts val="0"/>
              </a:spcAft>
              <a:buClr>
                <a:schemeClr val="dk1"/>
              </a:buClr>
              <a:buSzPts val="6600"/>
              <a:buFont typeface="Calibri"/>
              <a:buNone/>
            </a:pPr>
            <a:r>
              <a:rPr lang="en-US" sz="4400">
                <a:solidFill>
                  <a:schemeClr val="lt1"/>
                </a:solidFill>
                <a:latin typeface="Lato Black"/>
                <a:ea typeface="Lato Black"/>
                <a:cs typeface="Lato Black"/>
                <a:sym typeface="Lato Black"/>
              </a:rPr>
              <a:t>TRADE REVIEW</a:t>
            </a:r>
            <a:endParaRPr sz="4400" i="0" u="none" strike="noStrike" cap="none">
              <a:solidFill>
                <a:srgbClr val="000000"/>
              </a:solidFill>
              <a:latin typeface="Lato Black"/>
              <a:ea typeface="Lato Black"/>
              <a:cs typeface="Lato Black"/>
              <a:sym typeface="Lato Black"/>
            </a:endParaRPr>
          </a:p>
        </p:txBody>
      </p:sp>
      <p:sp>
        <p:nvSpPr>
          <p:cNvPr id="266" name="Google Shape;266;g24a03e67d01_0_132"/>
          <p:cNvSpPr txBox="1"/>
          <p:nvPr/>
        </p:nvSpPr>
        <p:spPr>
          <a:xfrm>
            <a:off x="796522" y="2996759"/>
            <a:ext cx="6950700" cy="4708800"/>
          </a:xfrm>
          <a:prstGeom prst="rect">
            <a:avLst/>
          </a:prstGeom>
          <a:noFill/>
          <a:ln>
            <a:noFill/>
          </a:ln>
        </p:spPr>
        <p:txBody>
          <a:bodyPr spcFirstLastPara="1" wrap="square" lIns="137150" tIns="68550" rIns="137150" bIns="68550" anchor="t" anchorCtr="0">
            <a:noAutofit/>
          </a:bodyPr>
          <a:lstStyle/>
          <a:p>
            <a:pPr marL="685800" marR="0" lvl="0" indent="-533400" algn="l" rtl="0">
              <a:lnSpc>
                <a:spcPct val="100000"/>
              </a:lnSpc>
              <a:spcBef>
                <a:spcPts val="0"/>
              </a:spcBef>
              <a:spcAft>
                <a:spcPts val="0"/>
              </a:spcAft>
              <a:buClr>
                <a:schemeClr val="lt1"/>
              </a:buClr>
              <a:buSzPts val="3000"/>
              <a:buFont typeface="Lato"/>
              <a:buChar char="●"/>
            </a:pPr>
            <a:r>
              <a:rPr lang="en-US" sz="3000">
                <a:solidFill>
                  <a:schemeClr val="lt1"/>
                </a:solidFill>
                <a:latin typeface="Lato"/>
                <a:ea typeface="Lato"/>
                <a:cs typeface="Lato"/>
                <a:sym typeface="Lato"/>
              </a:rPr>
              <a:t>- Right thesis and trade idea</a:t>
            </a:r>
            <a:endParaRPr sz="3000" i="0" u="none" strike="noStrike" cap="none">
              <a:solidFill>
                <a:schemeClr val="lt1"/>
              </a:solidFill>
              <a:latin typeface="Lato"/>
              <a:ea typeface="Lato"/>
              <a:cs typeface="Lato"/>
              <a:sym typeface="Lato"/>
            </a:endParaRPr>
          </a:p>
          <a:p>
            <a:pPr marL="685800" marR="0" lvl="0" indent="0" algn="l" rtl="0">
              <a:lnSpc>
                <a:spcPct val="100000"/>
              </a:lnSpc>
              <a:spcBef>
                <a:spcPts val="0"/>
              </a:spcBef>
              <a:spcAft>
                <a:spcPts val="0"/>
              </a:spcAft>
              <a:buNone/>
            </a:pPr>
            <a:endParaRPr sz="3000">
              <a:solidFill>
                <a:schemeClr val="lt1"/>
              </a:solidFill>
              <a:latin typeface="Lato"/>
              <a:ea typeface="Lato"/>
              <a:cs typeface="Lato"/>
              <a:sym typeface="Lato"/>
            </a:endParaRPr>
          </a:p>
          <a:p>
            <a:pPr marL="685800" marR="0" lvl="0" indent="-533400" algn="l" rtl="0">
              <a:lnSpc>
                <a:spcPct val="100000"/>
              </a:lnSpc>
              <a:spcBef>
                <a:spcPts val="0"/>
              </a:spcBef>
              <a:spcAft>
                <a:spcPts val="0"/>
              </a:spcAft>
              <a:buClr>
                <a:schemeClr val="lt1"/>
              </a:buClr>
              <a:buSzPts val="3000"/>
              <a:buFont typeface="Lato"/>
              <a:buChar char="●"/>
            </a:pPr>
            <a:r>
              <a:rPr lang="en-US" sz="3000">
                <a:solidFill>
                  <a:schemeClr val="lt1"/>
                </a:solidFill>
                <a:latin typeface="Lato"/>
                <a:ea typeface="Lato"/>
                <a:cs typeface="Lato"/>
                <a:sym typeface="Lato"/>
              </a:rPr>
              <a:t>- Risking against the correct level</a:t>
            </a:r>
            <a:endParaRPr sz="3000">
              <a:solidFill>
                <a:schemeClr val="lt1"/>
              </a:solidFill>
              <a:latin typeface="Lato"/>
              <a:ea typeface="Lato"/>
              <a:cs typeface="Lato"/>
              <a:sym typeface="Lato"/>
            </a:endParaRPr>
          </a:p>
          <a:p>
            <a:pPr marL="685800" marR="0" lvl="0" indent="0" algn="l" rtl="0">
              <a:lnSpc>
                <a:spcPct val="100000"/>
              </a:lnSpc>
              <a:spcBef>
                <a:spcPts val="0"/>
              </a:spcBef>
              <a:spcAft>
                <a:spcPts val="0"/>
              </a:spcAft>
              <a:buNone/>
            </a:pPr>
            <a:endParaRPr sz="3000">
              <a:solidFill>
                <a:schemeClr val="lt1"/>
              </a:solidFill>
              <a:latin typeface="Lato"/>
              <a:ea typeface="Lato"/>
              <a:cs typeface="Lato"/>
              <a:sym typeface="Lato"/>
            </a:endParaRPr>
          </a:p>
          <a:p>
            <a:pPr marL="685800" marR="0" lvl="0" indent="-533400" algn="l" rtl="0">
              <a:lnSpc>
                <a:spcPct val="100000"/>
              </a:lnSpc>
              <a:spcBef>
                <a:spcPts val="0"/>
              </a:spcBef>
              <a:spcAft>
                <a:spcPts val="0"/>
              </a:spcAft>
              <a:buClr>
                <a:schemeClr val="lt1"/>
              </a:buClr>
              <a:buSzPts val="3000"/>
              <a:buFont typeface="Lato"/>
              <a:buChar char="●"/>
            </a:pPr>
            <a:r>
              <a:rPr lang="en-US" sz="3000">
                <a:solidFill>
                  <a:schemeClr val="lt1"/>
                </a:solidFill>
                <a:latin typeface="Lato"/>
                <a:ea typeface="Lato"/>
                <a:cs typeface="Lato"/>
                <a:sym typeface="Lato"/>
              </a:rPr>
              <a:t>- Didn't want to add to get to full size mid-range</a:t>
            </a:r>
            <a:endParaRPr sz="3000">
              <a:solidFill>
                <a:schemeClr val="lt1"/>
              </a:solidFill>
              <a:latin typeface="Lato"/>
              <a:ea typeface="Lato"/>
              <a:cs typeface="Lato"/>
              <a:sym typeface="Lato"/>
            </a:endParaRPr>
          </a:p>
        </p:txBody>
      </p:sp>
      <p:sp>
        <p:nvSpPr>
          <p:cNvPr id="267" name="Google Shape;267;g24a03e67d01_0_132"/>
          <p:cNvSpPr txBox="1"/>
          <p:nvPr/>
        </p:nvSpPr>
        <p:spPr>
          <a:xfrm>
            <a:off x="9953225" y="1041150"/>
            <a:ext cx="7255200" cy="7912500"/>
          </a:xfrm>
          <a:prstGeom prst="rect">
            <a:avLst/>
          </a:prstGeom>
          <a:noFill/>
          <a:ln>
            <a:noFill/>
          </a:ln>
        </p:spPr>
        <p:txBody>
          <a:bodyPr spcFirstLastPara="1" wrap="square" lIns="137150" tIns="68550" rIns="137150" bIns="68550" anchor="ctr" anchorCtr="0">
            <a:noAutofit/>
          </a:bodyPr>
          <a:lstStyle/>
          <a:p>
            <a:pPr marL="0" marR="0" lvl="0" indent="0" algn="l" rtl="0">
              <a:lnSpc>
                <a:spcPct val="100000"/>
              </a:lnSpc>
              <a:spcBef>
                <a:spcPts val="0"/>
              </a:spcBef>
              <a:spcAft>
                <a:spcPts val="0"/>
              </a:spcAft>
              <a:buNone/>
            </a:pPr>
            <a:r>
              <a:rPr lang="en-US" sz="3000">
                <a:solidFill>
                  <a:schemeClr val="dk1"/>
                </a:solidFill>
                <a:latin typeface="Lato"/>
                <a:ea typeface="Lato"/>
                <a:cs typeface="Lato"/>
                <a:sym typeface="Lato"/>
              </a:rPr>
              <a:t>I did not rush into this trade and let the opportunity present itself. The offside scalp was on once the bears were potentially trapped on the LOD and VWAP reclaim. As it was still with in a range, I pieced into the trade but was not at the full allocation. While still trading mid range, I did not want to add, with a plan to either add at the bottom of the range or once it broke out. Having to step away for dinner, was unable to do get the adds on as both opportunities presented themselves. But the time I got back to my desk, SMCI had started to rip. I made sales at the target and trailed the runner on the 9ema as per the trade plan.</a:t>
            </a:r>
            <a:endParaRPr sz="3000">
              <a:solidFill>
                <a:schemeClr val="dk1"/>
              </a:solidFill>
              <a:latin typeface="Lato"/>
              <a:ea typeface="Lato"/>
              <a:cs typeface="Lato"/>
              <a:sym typeface="Lato"/>
            </a:endParaRPr>
          </a:p>
          <a:p>
            <a:pPr marL="0" marR="0" lvl="0" indent="0" algn="l" rtl="0">
              <a:lnSpc>
                <a:spcPct val="100000"/>
              </a:lnSpc>
              <a:spcBef>
                <a:spcPts val="0"/>
              </a:spcBef>
              <a:spcAft>
                <a:spcPts val="0"/>
              </a:spcAft>
              <a:buNone/>
            </a:pPr>
            <a:endParaRPr sz="3000">
              <a:solidFill>
                <a:schemeClr val="dk1"/>
              </a:solidFill>
              <a:latin typeface="Lato"/>
              <a:ea typeface="Lato"/>
              <a:cs typeface="Lato"/>
              <a:sym typeface="Lato"/>
            </a:endParaRPr>
          </a:p>
          <a:p>
            <a:pPr marL="0" marR="0" lvl="0" indent="0" algn="l" rtl="0">
              <a:lnSpc>
                <a:spcPct val="100000"/>
              </a:lnSpc>
              <a:spcBef>
                <a:spcPts val="0"/>
              </a:spcBef>
              <a:spcAft>
                <a:spcPts val="0"/>
              </a:spcAft>
              <a:buNone/>
            </a:pPr>
            <a:endParaRPr sz="3000">
              <a:solidFill>
                <a:schemeClr val="dk1"/>
              </a:solidFill>
              <a:latin typeface="Lato"/>
              <a:ea typeface="Lato"/>
              <a:cs typeface="Lato"/>
              <a:sym typeface="Lato"/>
            </a:endParaRPr>
          </a:p>
        </p:txBody>
      </p:sp>
      <p:pic>
        <p:nvPicPr>
          <p:cNvPr id="2" name="Google Shape;145;p3">
            <a:extLst>
              <a:ext uri="{FF2B5EF4-FFF2-40B4-BE49-F238E27FC236}">
                <a16:creationId xmlns:a16="http://schemas.microsoft.com/office/drawing/2014/main" id="{B9CF9186-8670-CEDB-E72F-541DC024B6BE}"/>
              </a:ext>
            </a:extLst>
          </p:cNvPr>
          <p:cNvPicPr preferRelativeResize="0"/>
          <p:nvPr/>
        </p:nvPicPr>
        <p:blipFill>
          <a:blip r:embed="rId4">
            <a:alphaModFix/>
          </a:blip>
          <a:stretch>
            <a:fillRect/>
          </a:stretch>
        </p:blipFill>
        <p:spPr>
          <a:xfrm>
            <a:off x="0" y="0"/>
            <a:ext cx="3371850" cy="86677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241</TotalTime>
  <Words>1330</Words>
  <Application>Microsoft Office PowerPoint</Application>
  <PresentationFormat>Custom</PresentationFormat>
  <Paragraphs>78</Paragraphs>
  <Slides>13</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Raleway Thin</vt:lpstr>
      <vt:lpstr>Lato Black</vt:lpstr>
      <vt:lpstr>Lato</vt:lpstr>
      <vt:lpstr>Calibri</vt:lpstr>
      <vt:lpstr>Arial</vt:lpstr>
      <vt:lpstr>Proxima Nova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PlayBook Notes</dc:title>
  <dc:creator>Rosemary Mendez</dc:creator>
  <cp:lastModifiedBy>Omar Ghias</cp:lastModifiedBy>
  <cp:revision>2</cp:revision>
  <dcterms:modified xsi:type="dcterms:W3CDTF">2026-08-13T16:46:18Z</dcterms:modified>
</cp:coreProperties>
</file>